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5143500" cx="9144000"/>
  <p:notesSz cx="6858000" cy="9144000"/>
  <p:embeddedFontLst>
    <p:embeddedFont>
      <p:font typeface="Nunito"/>
      <p:regular r:id="rId23"/>
      <p:bold r:id="rId24"/>
      <p:italic r:id="rId25"/>
      <p:boldItalic r:id="rId26"/>
    </p:embeddedFont>
    <p:embeddedFont>
      <p:font typeface="Bebas Neue"/>
      <p:regular r:id="rId27"/>
    </p:embeddedFont>
    <p:embeddedFont>
      <p:font typeface="Questrial"/>
      <p:regular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Nunito-bold.fntdata"/><Relationship Id="rId23" Type="http://schemas.openxmlformats.org/officeDocument/2006/relationships/font" Target="fonts/Nunito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Nunito-boldItalic.fntdata"/><Relationship Id="rId25" Type="http://schemas.openxmlformats.org/officeDocument/2006/relationships/font" Target="fonts/Nunito-italic.fntdata"/><Relationship Id="rId28" Type="http://schemas.openxmlformats.org/officeDocument/2006/relationships/font" Target="fonts/Questrial-regular.fntdata"/><Relationship Id="rId27" Type="http://schemas.openxmlformats.org/officeDocument/2006/relationships/font" Target="fonts/BebasNeue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ed3401ed3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ed3401ed3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892d61369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892d61369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a21926b14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a21926b14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a21926b14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a21926b14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a21926b149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a21926b149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a21926b149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a21926b149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a23d4139e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a23d4139e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23d4139e9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a23d4139e9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a23d4139e9_0_9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a23d4139e9_0_9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a23d4139e9_0_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a23d4139e9_0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a23d4139e9_0_4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a23d4139e9_0_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a23d4139e9_0_4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a23d4139e9_0_4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a23d4139e9_0_9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a23d4139e9_0_9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a23d4139e9_0_5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a23d4139e9_0_5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a23d4139e9_0_5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a23d4139e9_0_5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a23d4139e9_0_7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a23d4139e9_0_7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a23d4139e9_0_8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a23d4139e9_0_8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e207fd22f2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e207fd22f2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Relationship Id="rId5" Type="http://schemas.openxmlformats.org/officeDocument/2006/relationships/hyperlink" Target="https://storyset.com/?utm_source=slidesgo_template&amp;utm_medium=referral-link&amp;utm_campaign=slidesgo_contents_of_this_template&amp;utm_term=storyset&amp;utm_content=storyset" TargetMode="Externa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4040075" y="1807225"/>
            <a:ext cx="4084500" cy="19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b="1" sz="4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4040075" y="3900750"/>
            <a:ext cx="4553400" cy="56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4117025" y="2560625"/>
            <a:ext cx="4017600" cy="841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" name="Google Shape;14;p3"/>
          <p:cNvSpPr txBox="1"/>
          <p:nvPr>
            <p:ph hasCustomPrompt="1" idx="2" type="title"/>
          </p:nvPr>
        </p:nvSpPr>
        <p:spPr>
          <a:xfrm>
            <a:off x="5999150" y="1075000"/>
            <a:ext cx="2135400" cy="149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b="1" sz="109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5" name="Google Shape;15;p3"/>
          <p:cNvSpPr txBox="1"/>
          <p:nvPr>
            <p:ph idx="1" type="subTitle"/>
          </p:nvPr>
        </p:nvSpPr>
        <p:spPr>
          <a:xfrm>
            <a:off x="4439500" y="3556833"/>
            <a:ext cx="3695400" cy="69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941825" y="1202500"/>
            <a:ext cx="7194000" cy="339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Livvic"/>
              <a:buAutoNum type="arabicPeriod"/>
              <a:defRPr sz="1200">
                <a:solidFill>
                  <a:srgbClr val="434343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AutoNum type="alphaLcPeriod"/>
              <a:defRPr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AutoNum type="romanLcPeriod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AutoNum type="arabicPeriod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AutoNum type="alphaLcPeriod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AutoNum type="romanLcPeriod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AutoNum type="arabicPeriod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AutoNum type="alphaLcPeriod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AutoNum type="romanLcPeriod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0" name="Google Shape;20;p4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5"/>
          <p:cNvSpPr txBox="1"/>
          <p:nvPr>
            <p:ph idx="1" type="subTitle"/>
          </p:nvPr>
        </p:nvSpPr>
        <p:spPr>
          <a:xfrm>
            <a:off x="907137" y="3077720"/>
            <a:ext cx="3350400" cy="51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400">
                <a:latin typeface="Questrial"/>
                <a:ea typeface="Questrial"/>
                <a:cs typeface="Questrial"/>
                <a:sym typeface="Quest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4" name="Google Shape;24;p5"/>
          <p:cNvSpPr txBox="1"/>
          <p:nvPr>
            <p:ph idx="2" type="subTitle"/>
          </p:nvPr>
        </p:nvSpPr>
        <p:spPr>
          <a:xfrm>
            <a:off x="4886463" y="820194"/>
            <a:ext cx="3350400" cy="51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400">
                <a:latin typeface="Questrial"/>
                <a:ea typeface="Questrial"/>
                <a:cs typeface="Questrial"/>
                <a:sym typeface="Questri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5" name="Google Shape;25;p5"/>
          <p:cNvSpPr txBox="1"/>
          <p:nvPr>
            <p:ph idx="3" type="subTitle"/>
          </p:nvPr>
        </p:nvSpPr>
        <p:spPr>
          <a:xfrm>
            <a:off x="1349937" y="3565479"/>
            <a:ext cx="2907600" cy="8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4" type="subTitle"/>
          </p:nvPr>
        </p:nvSpPr>
        <p:spPr>
          <a:xfrm>
            <a:off x="4886463" y="1316836"/>
            <a:ext cx="2907600" cy="8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720000" y="445025"/>
            <a:ext cx="60708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" name="Google Shape;29;p6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4329250" y="826025"/>
            <a:ext cx="40152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4335700" y="1602275"/>
            <a:ext cx="3813300" cy="23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400">
                <a:solidFill>
                  <a:srgbClr val="434343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33" name="Google Shape;33;p7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638700" y="3202625"/>
            <a:ext cx="7866900" cy="1074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58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36" name="Google Shape;36;p8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 txBox="1"/>
          <p:nvPr>
            <p:ph type="title"/>
          </p:nvPr>
        </p:nvSpPr>
        <p:spPr>
          <a:xfrm>
            <a:off x="713225" y="1033212"/>
            <a:ext cx="4402200" cy="1570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9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9" name="Google Shape;39;p9"/>
          <p:cNvSpPr txBox="1"/>
          <p:nvPr>
            <p:ph idx="1" type="subTitle"/>
          </p:nvPr>
        </p:nvSpPr>
        <p:spPr>
          <a:xfrm>
            <a:off x="713225" y="2756088"/>
            <a:ext cx="3424500" cy="13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9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type="title"/>
          </p:nvPr>
        </p:nvSpPr>
        <p:spPr>
          <a:xfrm>
            <a:off x="740550" y="2653478"/>
            <a:ext cx="4667100" cy="1298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" name="Google Shape;43;p10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533800" y="1916675"/>
            <a:ext cx="4402500" cy="113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600"/>
              <a:buNone/>
              <a:defRPr sz="6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subTitle"/>
          </p:nvPr>
        </p:nvSpPr>
        <p:spPr>
          <a:xfrm>
            <a:off x="3605133" y="3172601"/>
            <a:ext cx="4313400" cy="713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47" name="Google Shape;47;p11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2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type="title"/>
          </p:nvPr>
        </p:nvSpPr>
        <p:spPr>
          <a:xfrm>
            <a:off x="5571350" y="430343"/>
            <a:ext cx="30639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51" name="Google Shape;51;p13"/>
          <p:cNvSpPr txBox="1"/>
          <p:nvPr>
            <p:ph idx="1" type="subTitle"/>
          </p:nvPr>
        </p:nvSpPr>
        <p:spPr>
          <a:xfrm>
            <a:off x="5571350" y="880826"/>
            <a:ext cx="2562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2" type="title"/>
          </p:nvPr>
        </p:nvSpPr>
        <p:spPr>
          <a:xfrm>
            <a:off x="5571350" y="1505518"/>
            <a:ext cx="30861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53" name="Google Shape;53;p13"/>
          <p:cNvSpPr txBox="1"/>
          <p:nvPr>
            <p:ph idx="3" type="subTitle"/>
          </p:nvPr>
        </p:nvSpPr>
        <p:spPr>
          <a:xfrm>
            <a:off x="5571350" y="1969884"/>
            <a:ext cx="2562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4" type="title"/>
          </p:nvPr>
        </p:nvSpPr>
        <p:spPr>
          <a:xfrm>
            <a:off x="5571350" y="2580693"/>
            <a:ext cx="30639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55" name="Google Shape;55;p13"/>
          <p:cNvSpPr txBox="1"/>
          <p:nvPr>
            <p:ph idx="5" type="subTitle"/>
          </p:nvPr>
        </p:nvSpPr>
        <p:spPr>
          <a:xfrm>
            <a:off x="5571350" y="3058941"/>
            <a:ext cx="2562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6" type="title"/>
          </p:nvPr>
        </p:nvSpPr>
        <p:spPr>
          <a:xfrm>
            <a:off x="5571350" y="3655868"/>
            <a:ext cx="30639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57" name="Google Shape;57;p13"/>
          <p:cNvSpPr txBox="1"/>
          <p:nvPr>
            <p:ph idx="7" type="subTitle"/>
          </p:nvPr>
        </p:nvSpPr>
        <p:spPr>
          <a:xfrm>
            <a:off x="5571350" y="4147999"/>
            <a:ext cx="2562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8" type="title"/>
          </p:nvPr>
        </p:nvSpPr>
        <p:spPr>
          <a:xfrm>
            <a:off x="720000" y="365913"/>
            <a:ext cx="19812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hasCustomPrompt="1" idx="9" type="title"/>
          </p:nvPr>
        </p:nvSpPr>
        <p:spPr>
          <a:xfrm>
            <a:off x="4099525" y="373950"/>
            <a:ext cx="13260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5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0" name="Google Shape;60;p13"/>
          <p:cNvSpPr txBox="1"/>
          <p:nvPr>
            <p:ph hasCustomPrompt="1" idx="13" type="title"/>
          </p:nvPr>
        </p:nvSpPr>
        <p:spPr>
          <a:xfrm>
            <a:off x="4099525" y="2557800"/>
            <a:ext cx="13260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5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1" name="Google Shape;61;p13"/>
          <p:cNvSpPr txBox="1"/>
          <p:nvPr>
            <p:ph hasCustomPrompt="1" idx="14" type="title"/>
          </p:nvPr>
        </p:nvSpPr>
        <p:spPr>
          <a:xfrm>
            <a:off x="4099525" y="1465875"/>
            <a:ext cx="13260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5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2" name="Google Shape;62;p13"/>
          <p:cNvSpPr txBox="1"/>
          <p:nvPr>
            <p:ph hasCustomPrompt="1" idx="15" type="title"/>
          </p:nvPr>
        </p:nvSpPr>
        <p:spPr>
          <a:xfrm>
            <a:off x="4099525" y="3649725"/>
            <a:ext cx="13260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5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3" name="Google Shape;63;p13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2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idx="1" type="subTitle"/>
          </p:nvPr>
        </p:nvSpPr>
        <p:spPr>
          <a:xfrm>
            <a:off x="4617850" y="1661475"/>
            <a:ext cx="3775800" cy="114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  <p:sp>
        <p:nvSpPr>
          <p:cNvPr id="66" name="Google Shape;66;p14"/>
          <p:cNvSpPr txBox="1"/>
          <p:nvPr>
            <p:ph type="title"/>
          </p:nvPr>
        </p:nvSpPr>
        <p:spPr>
          <a:xfrm>
            <a:off x="4617850" y="2916800"/>
            <a:ext cx="37758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7" name="Google Shape;67;p14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">
  <p:cSld name="CUSTOM_1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idx="1" type="subTitle"/>
          </p:nvPr>
        </p:nvSpPr>
        <p:spPr>
          <a:xfrm>
            <a:off x="4920400" y="2626775"/>
            <a:ext cx="3346200" cy="10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type="title"/>
          </p:nvPr>
        </p:nvSpPr>
        <p:spPr>
          <a:xfrm>
            <a:off x="4920400" y="1545450"/>
            <a:ext cx="2881800" cy="696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3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1" name="Google Shape;71;p15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TITLE_AND_BODY_1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720000" y="1381075"/>
            <a:ext cx="7343700" cy="311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75" name="Google Shape;75;p16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3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1442987" y="3390950"/>
            <a:ext cx="24435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78" name="Google Shape;78;p17"/>
          <p:cNvSpPr txBox="1"/>
          <p:nvPr>
            <p:ph idx="1" type="subTitle"/>
          </p:nvPr>
        </p:nvSpPr>
        <p:spPr>
          <a:xfrm>
            <a:off x="1442987" y="3804248"/>
            <a:ext cx="2443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2" type="title"/>
          </p:nvPr>
        </p:nvSpPr>
        <p:spPr>
          <a:xfrm>
            <a:off x="5257513" y="3390950"/>
            <a:ext cx="24435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80" name="Google Shape;80;p17"/>
          <p:cNvSpPr txBox="1"/>
          <p:nvPr>
            <p:ph idx="3" type="subTitle"/>
          </p:nvPr>
        </p:nvSpPr>
        <p:spPr>
          <a:xfrm>
            <a:off x="5257513" y="3804248"/>
            <a:ext cx="2443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4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" name="Google Shape;82;p17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710750" y="3380025"/>
            <a:ext cx="18051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85" name="Google Shape;85;p18"/>
          <p:cNvSpPr txBox="1"/>
          <p:nvPr>
            <p:ph idx="1" type="subTitle"/>
          </p:nvPr>
        </p:nvSpPr>
        <p:spPr>
          <a:xfrm>
            <a:off x="710750" y="3785547"/>
            <a:ext cx="3465900" cy="7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8"/>
          <p:cNvSpPr txBox="1"/>
          <p:nvPr>
            <p:ph idx="2" type="title"/>
          </p:nvPr>
        </p:nvSpPr>
        <p:spPr>
          <a:xfrm>
            <a:off x="710750" y="1223125"/>
            <a:ext cx="18051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87" name="Google Shape;87;p18"/>
          <p:cNvSpPr txBox="1"/>
          <p:nvPr>
            <p:ph idx="3" type="subTitle"/>
          </p:nvPr>
        </p:nvSpPr>
        <p:spPr>
          <a:xfrm>
            <a:off x="710750" y="1627900"/>
            <a:ext cx="3465900" cy="7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4" type="title"/>
          </p:nvPr>
        </p:nvSpPr>
        <p:spPr>
          <a:xfrm>
            <a:off x="710750" y="2301213"/>
            <a:ext cx="18051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89" name="Google Shape;89;p18"/>
          <p:cNvSpPr txBox="1"/>
          <p:nvPr>
            <p:ph idx="5" type="subTitle"/>
          </p:nvPr>
        </p:nvSpPr>
        <p:spPr>
          <a:xfrm>
            <a:off x="710750" y="2706729"/>
            <a:ext cx="3465900" cy="7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8"/>
          <p:cNvSpPr txBox="1"/>
          <p:nvPr>
            <p:ph idx="6" type="title"/>
          </p:nvPr>
        </p:nvSpPr>
        <p:spPr>
          <a:xfrm>
            <a:off x="710750" y="387250"/>
            <a:ext cx="4724700" cy="77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1" name="Google Shape;91;p18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772650" y="1565975"/>
            <a:ext cx="24435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94" name="Google Shape;94;p19"/>
          <p:cNvSpPr txBox="1"/>
          <p:nvPr>
            <p:ph idx="1" type="subTitle"/>
          </p:nvPr>
        </p:nvSpPr>
        <p:spPr>
          <a:xfrm>
            <a:off x="772650" y="1979273"/>
            <a:ext cx="2443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9"/>
          <p:cNvSpPr txBox="1"/>
          <p:nvPr>
            <p:ph idx="2" type="title"/>
          </p:nvPr>
        </p:nvSpPr>
        <p:spPr>
          <a:xfrm>
            <a:off x="3291776" y="1565975"/>
            <a:ext cx="24435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96" name="Google Shape;96;p19"/>
          <p:cNvSpPr txBox="1"/>
          <p:nvPr>
            <p:ph idx="3" type="subTitle"/>
          </p:nvPr>
        </p:nvSpPr>
        <p:spPr>
          <a:xfrm>
            <a:off x="3291777" y="1979273"/>
            <a:ext cx="2443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9"/>
          <p:cNvSpPr txBox="1"/>
          <p:nvPr>
            <p:ph idx="4" type="title"/>
          </p:nvPr>
        </p:nvSpPr>
        <p:spPr>
          <a:xfrm>
            <a:off x="772650" y="3083619"/>
            <a:ext cx="24435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98" name="Google Shape;98;p19"/>
          <p:cNvSpPr txBox="1"/>
          <p:nvPr>
            <p:ph idx="5" type="subTitle"/>
          </p:nvPr>
        </p:nvSpPr>
        <p:spPr>
          <a:xfrm>
            <a:off x="772650" y="3496926"/>
            <a:ext cx="2443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9"/>
          <p:cNvSpPr txBox="1"/>
          <p:nvPr>
            <p:ph idx="6" type="title"/>
          </p:nvPr>
        </p:nvSpPr>
        <p:spPr>
          <a:xfrm>
            <a:off x="3300396" y="3083619"/>
            <a:ext cx="24264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0" name="Google Shape;100;p19"/>
          <p:cNvSpPr txBox="1"/>
          <p:nvPr>
            <p:ph idx="7" type="subTitle"/>
          </p:nvPr>
        </p:nvSpPr>
        <p:spPr>
          <a:xfrm>
            <a:off x="3291777" y="3496926"/>
            <a:ext cx="2443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9"/>
          <p:cNvSpPr txBox="1"/>
          <p:nvPr>
            <p:ph idx="8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2" name="Google Shape;102;p19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6651929" y="596775"/>
            <a:ext cx="18123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5" name="Google Shape;105;p20"/>
          <p:cNvSpPr txBox="1"/>
          <p:nvPr>
            <p:ph idx="1" type="subTitle"/>
          </p:nvPr>
        </p:nvSpPr>
        <p:spPr>
          <a:xfrm>
            <a:off x="6651929" y="1023959"/>
            <a:ext cx="1812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0"/>
          <p:cNvSpPr txBox="1"/>
          <p:nvPr>
            <p:ph idx="2" type="title"/>
          </p:nvPr>
        </p:nvSpPr>
        <p:spPr>
          <a:xfrm>
            <a:off x="3876449" y="2061850"/>
            <a:ext cx="18123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7" name="Google Shape;107;p20"/>
          <p:cNvSpPr txBox="1"/>
          <p:nvPr>
            <p:ph idx="3" type="subTitle"/>
          </p:nvPr>
        </p:nvSpPr>
        <p:spPr>
          <a:xfrm>
            <a:off x="3876450" y="2489034"/>
            <a:ext cx="1812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0"/>
          <p:cNvSpPr txBox="1"/>
          <p:nvPr>
            <p:ph idx="4" type="title"/>
          </p:nvPr>
        </p:nvSpPr>
        <p:spPr>
          <a:xfrm>
            <a:off x="3876453" y="596775"/>
            <a:ext cx="18123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9" name="Google Shape;109;p20"/>
          <p:cNvSpPr txBox="1"/>
          <p:nvPr>
            <p:ph idx="5" type="subTitle"/>
          </p:nvPr>
        </p:nvSpPr>
        <p:spPr>
          <a:xfrm>
            <a:off x="3876455" y="1023959"/>
            <a:ext cx="1812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0"/>
          <p:cNvSpPr txBox="1"/>
          <p:nvPr>
            <p:ph idx="6" type="title"/>
          </p:nvPr>
        </p:nvSpPr>
        <p:spPr>
          <a:xfrm>
            <a:off x="3876449" y="3526925"/>
            <a:ext cx="18123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11" name="Google Shape;111;p20"/>
          <p:cNvSpPr txBox="1"/>
          <p:nvPr>
            <p:ph idx="7" type="subTitle"/>
          </p:nvPr>
        </p:nvSpPr>
        <p:spPr>
          <a:xfrm>
            <a:off x="3876450" y="3947167"/>
            <a:ext cx="1812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0"/>
          <p:cNvSpPr txBox="1"/>
          <p:nvPr>
            <p:ph idx="8" type="title"/>
          </p:nvPr>
        </p:nvSpPr>
        <p:spPr>
          <a:xfrm>
            <a:off x="6651925" y="2061850"/>
            <a:ext cx="18123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13" name="Google Shape;113;p20"/>
          <p:cNvSpPr txBox="1"/>
          <p:nvPr>
            <p:ph idx="9" type="subTitle"/>
          </p:nvPr>
        </p:nvSpPr>
        <p:spPr>
          <a:xfrm>
            <a:off x="6651925" y="2489034"/>
            <a:ext cx="1812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0"/>
          <p:cNvSpPr txBox="1"/>
          <p:nvPr>
            <p:ph idx="13" type="title"/>
          </p:nvPr>
        </p:nvSpPr>
        <p:spPr>
          <a:xfrm>
            <a:off x="6651925" y="3526925"/>
            <a:ext cx="18123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15" name="Google Shape;115;p20"/>
          <p:cNvSpPr txBox="1"/>
          <p:nvPr>
            <p:ph idx="14" type="subTitle"/>
          </p:nvPr>
        </p:nvSpPr>
        <p:spPr>
          <a:xfrm>
            <a:off x="6651925" y="3947167"/>
            <a:ext cx="1812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0"/>
          <p:cNvSpPr txBox="1"/>
          <p:nvPr>
            <p:ph idx="15" type="title"/>
          </p:nvPr>
        </p:nvSpPr>
        <p:spPr>
          <a:xfrm>
            <a:off x="796200" y="2024325"/>
            <a:ext cx="2117100" cy="95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7" name="Google Shape;117;p20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/>
          <p:nvPr>
            <p:ph hasCustomPrompt="1" type="title"/>
          </p:nvPr>
        </p:nvSpPr>
        <p:spPr>
          <a:xfrm>
            <a:off x="1055400" y="983350"/>
            <a:ext cx="3859500" cy="8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b="1"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20" name="Google Shape;120;p21"/>
          <p:cNvSpPr txBox="1"/>
          <p:nvPr>
            <p:ph idx="1" type="subTitle"/>
          </p:nvPr>
        </p:nvSpPr>
        <p:spPr>
          <a:xfrm>
            <a:off x="1055400" y="1811650"/>
            <a:ext cx="4327200" cy="540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242424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1"/>
          <p:cNvSpPr txBox="1"/>
          <p:nvPr>
            <p:ph hasCustomPrompt="1" idx="2" type="title"/>
          </p:nvPr>
        </p:nvSpPr>
        <p:spPr>
          <a:xfrm>
            <a:off x="1055400" y="2605127"/>
            <a:ext cx="3859500" cy="8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b="1"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22" name="Google Shape;122;p21"/>
          <p:cNvSpPr txBox="1"/>
          <p:nvPr>
            <p:ph idx="3" type="subTitle"/>
          </p:nvPr>
        </p:nvSpPr>
        <p:spPr>
          <a:xfrm>
            <a:off x="1055400" y="3433423"/>
            <a:ext cx="4327200" cy="540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242424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1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2"/>
          <p:cNvSpPr txBox="1"/>
          <p:nvPr>
            <p:ph type="ctrTitle"/>
          </p:nvPr>
        </p:nvSpPr>
        <p:spPr>
          <a:xfrm>
            <a:off x="2429950" y="499475"/>
            <a:ext cx="4284000" cy="9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7" name="Google Shape;127;p22"/>
          <p:cNvSpPr txBox="1"/>
          <p:nvPr>
            <p:ph idx="1" type="subTitle"/>
          </p:nvPr>
        </p:nvSpPr>
        <p:spPr>
          <a:xfrm>
            <a:off x="3265350" y="1502417"/>
            <a:ext cx="2613300" cy="128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8" name="Google Shape;128;p22"/>
          <p:cNvSpPr txBox="1"/>
          <p:nvPr>
            <p:ph idx="2" type="subTitle"/>
          </p:nvPr>
        </p:nvSpPr>
        <p:spPr>
          <a:xfrm>
            <a:off x="2425000" y="4124521"/>
            <a:ext cx="4293900" cy="4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434343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9" name="Google Shape;129;p22"/>
          <p:cNvSpPr txBox="1"/>
          <p:nvPr/>
        </p:nvSpPr>
        <p:spPr>
          <a:xfrm>
            <a:off x="2730325" y="3416238"/>
            <a:ext cx="3705600" cy="6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CRÉDITOS: Esta plantilla de presentación fue creada por </a:t>
            </a:r>
            <a:r>
              <a:rPr lang="es" sz="1000">
                <a:solidFill>
                  <a:srgbClr val="434343"/>
                </a:solidFill>
                <a:uFill>
                  <a:noFill/>
                </a:uFill>
                <a:latin typeface="Nunito"/>
                <a:ea typeface="Nunito"/>
                <a:cs typeface="Nunito"/>
                <a:sym typeface="Nunit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s" sz="10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, que incluye iconos de </a:t>
            </a:r>
            <a:r>
              <a:rPr lang="es" sz="1000">
                <a:solidFill>
                  <a:srgbClr val="434343"/>
                </a:solidFill>
                <a:uFill>
                  <a:noFill/>
                </a:uFill>
                <a:latin typeface="Nunito"/>
                <a:ea typeface="Nunito"/>
                <a:cs typeface="Nunito"/>
                <a:sym typeface="Nuni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s" sz="10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, infografías e imágenes de </a:t>
            </a:r>
            <a:r>
              <a:rPr lang="es" sz="1000">
                <a:solidFill>
                  <a:srgbClr val="434343"/>
                </a:solidFill>
                <a:uFill>
                  <a:noFill/>
                </a:uFill>
                <a:latin typeface="Nunito"/>
                <a:ea typeface="Nunito"/>
                <a:cs typeface="Nunito"/>
                <a:sym typeface="Nuni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s" sz="10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 e ilustraciones de </a:t>
            </a:r>
            <a:r>
              <a:rPr lang="es" sz="1000">
                <a:solidFill>
                  <a:srgbClr val="434343"/>
                </a:solidFill>
                <a:uFill>
                  <a:noFill/>
                </a:uFill>
                <a:latin typeface="Nunito"/>
                <a:ea typeface="Nunito"/>
                <a:cs typeface="Nunito"/>
                <a:sym typeface="Nuni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Storyset</a:t>
            </a:r>
            <a:endParaRPr sz="10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estrial"/>
              <a:buNone/>
              <a:defRPr sz="3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estrial"/>
              <a:buNone/>
              <a:defRPr sz="3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estrial"/>
              <a:buNone/>
              <a:defRPr sz="3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estrial"/>
              <a:buNone/>
              <a:defRPr sz="3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estrial"/>
              <a:buNone/>
              <a:defRPr sz="3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estrial"/>
              <a:buNone/>
              <a:defRPr sz="3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estrial"/>
              <a:buNone/>
              <a:defRPr sz="3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estrial"/>
              <a:buNone/>
              <a:defRPr sz="3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estrial"/>
              <a:buNone/>
              <a:defRPr sz="3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hyperlink" Target="https://qz.com/2176389/the-best-examples-of-dall-e-2s-strange-beautiful-ai-art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drive.google.com/drive/folders/1hqt7rimLKYu-0J0duzEnnSfaoN4M-awH?usp=drive_link" TargetMode="External"/><Relationship Id="rId4" Type="http://schemas.openxmlformats.org/officeDocument/2006/relationships/hyperlink" Target="https://youtu.be/ZK3O402wf1c?feature=shared" TargetMode="External"/><Relationship Id="rId5" Type="http://schemas.openxmlformats.org/officeDocument/2006/relationships/hyperlink" Target="https://youtu.be/fNk_zzaMoSs?feature=shared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 txBox="1"/>
          <p:nvPr>
            <p:ph type="ctrTitle"/>
          </p:nvPr>
        </p:nvSpPr>
        <p:spPr>
          <a:xfrm>
            <a:off x="1180200" y="1290500"/>
            <a:ext cx="6783600" cy="19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Welcome Back!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lang="es" sz="2500">
                <a:latin typeface="Nunito"/>
                <a:ea typeface="Nunito"/>
                <a:cs typeface="Nunito"/>
                <a:sym typeface="Nunito"/>
              </a:rPr>
              <a:t>MATH 4341 : Linear Algebra</a:t>
            </a:r>
            <a:endParaRPr b="0" sz="2500">
              <a:solidFill>
                <a:schemeClr val="accen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8" name="Google Shape;138;p25"/>
          <p:cNvSpPr txBox="1"/>
          <p:nvPr>
            <p:ph idx="1" type="subTitle"/>
          </p:nvPr>
        </p:nvSpPr>
        <p:spPr>
          <a:xfrm>
            <a:off x="1139550" y="3125700"/>
            <a:ext cx="6864900" cy="56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Aashnan Rahman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Junior Lecturer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/>
              <a:t>Department of Computer Science and Engineering (CSE</a:t>
            </a:r>
            <a:r>
              <a:rPr lang="es" sz="1300"/>
              <a:t>)</a:t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/>
              <a:t>Islamic University of Technology</a:t>
            </a:r>
            <a:endParaRPr sz="1300"/>
          </a:p>
        </p:txBody>
      </p:sp>
      <p:cxnSp>
        <p:nvCxnSpPr>
          <p:cNvPr id="139" name="Google Shape;139;p25"/>
          <p:cNvCxnSpPr/>
          <p:nvPr/>
        </p:nvCxnSpPr>
        <p:spPr>
          <a:xfrm>
            <a:off x="2608341" y="2934643"/>
            <a:ext cx="3927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7488" y="499638"/>
            <a:ext cx="6389025" cy="414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7"/>
          <p:cNvSpPr txBox="1"/>
          <p:nvPr>
            <p:ph idx="8" type="title"/>
          </p:nvPr>
        </p:nvSpPr>
        <p:spPr>
          <a:xfrm>
            <a:off x="1834975" y="1685400"/>
            <a:ext cx="5757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7000"/>
              <a:t>A bit of DLD</a:t>
            </a:r>
            <a:endParaRPr sz="7000"/>
          </a:p>
        </p:txBody>
      </p:sp>
      <p:cxnSp>
        <p:nvCxnSpPr>
          <p:cNvPr id="150" name="Google Shape;150;p27"/>
          <p:cNvCxnSpPr/>
          <p:nvPr/>
        </p:nvCxnSpPr>
        <p:spPr>
          <a:xfrm>
            <a:off x="762025" y="3275676"/>
            <a:ext cx="7902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8"/>
          <p:cNvSpPr txBox="1"/>
          <p:nvPr>
            <p:ph idx="8" type="title"/>
          </p:nvPr>
        </p:nvSpPr>
        <p:spPr>
          <a:xfrm>
            <a:off x="1693500" y="4299175"/>
            <a:ext cx="5757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700"/>
              <a:t>What might this be?</a:t>
            </a:r>
            <a:endParaRPr sz="3700"/>
          </a:p>
        </p:txBody>
      </p:sp>
      <p:pic>
        <p:nvPicPr>
          <p:cNvPr id="156" name="Google Shape;15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046" y="943100"/>
            <a:ext cx="4338613" cy="32988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0894" y="958469"/>
            <a:ext cx="4298208" cy="32681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824" y="961631"/>
            <a:ext cx="4310375" cy="34187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23548" y="961631"/>
            <a:ext cx="4310375" cy="341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3475" y="494863"/>
            <a:ext cx="5237050" cy="415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1"/>
          <p:cNvSpPr txBox="1"/>
          <p:nvPr>
            <p:ph type="title"/>
          </p:nvPr>
        </p:nvSpPr>
        <p:spPr>
          <a:xfrm>
            <a:off x="347250" y="1650150"/>
            <a:ext cx="8449500" cy="7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s"/>
              <a:t>Why are we need to study </a:t>
            </a:r>
            <a:endParaRPr b="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Linear Algebra</a:t>
            </a:r>
            <a:r>
              <a:rPr b="0" lang="es"/>
              <a:t>?</a:t>
            </a:r>
            <a:endParaRPr b="0"/>
          </a:p>
        </p:txBody>
      </p:sp>
      <p:cxnSp>
        <p:nvCxnSpPr>
          <p:cNvPr id="174" name="Google Shape;174;p31"/>
          <p:cNvCxnSpPr/>
          <p:nvPr/>
        </p:nvCxnSpPr>
        <p:spPr>
          <a:xfrm>
            <a:off x="2322449" y="3048876"/>
            <a:ext cx="4499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2"/>
          <p:cNvSpPr txBox="1"/>
          <p:nvPr>
            <p:ph idx="8" type="title"/>
          </p:nvPr>
        </p:nvSpPr>
        <p:spPr>
          <a:xfrm>
            <a:off x="720000" y="365925"/>
            <a:ext cx="8014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Have you heard these words?</a:t>
            </a:r>
            <a:endParaRPr/>
          </a:p>
        </p:txBody>
      </p:sp>
      <p:sp>
        <p:nvSpPr>
          <p:cNvPr id="180" name="Google Shape;180;p32"/>
          <p:cNvSpPr txBox="1"/>
          <p:nvPr/>
        </p:nvSpPr>
        <p:spPr>
          <a:xfrm>
            <a:off x="530975" y="1872175"/>
            <a:ext cx="3218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COMPUTER GRAPHICS</a:t>
            </a:r>
            <a:endParaRPr b="1" sz="20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81" name="Google Shape;181;p32"/>
          <p:cNvSpPr txBox="1"/>
          <p:nvPr/>
        </p:nvSpPr>
        <p:spPr>
          <a:xfrm>
            <a:off x="530975" y="3613013"/>
            <a:ext cx="2998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DEEP LEARNING</a:t>
            </a:r>
            <a:endParaRPr b="1" sz="20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82" name="Google Shape;182;p32"/>
          <p:cNvSpPr txBox="1"/>
          <p:nvPr/>
        </p:nvSpPr>
        <p:spPr>
          <a:xfrm>
            <a:off x="1517400" y="2742600"/>
            <a:ext cx="2758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COMPUTER VISION</a:t>
            </a:r>
            <a:endParaRPr b="1" sz="20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83" name="Google Shape;183;p32"/>
          <p:cNvSpPr txBox="1"/>
          <p:nvPr/>
        </p:nvSpPr>
        <p:spPr>
          <a:xfrm>
            <a:off x="4351000" y="1872175"/>
            <a:ext cx="3397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DATA SCIENCE</a:t>
            </a:r>
            <a:endParaRPr b="1" sz="20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84" name="Google Shape;184;p32"/>
          <p:cNvSpPr txBox="1"/>
          <p:nvPr/>
        </p:nvSpPr>
        <p:spPr>
          <a:xfrm>
            <a:off x="5593799" y="2724566"/>
            <a:ext cx="3397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MACHINE LEARNING</a:t>
            </a:r>
            <a:endParaRPr b="1" sz="20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85" name="Google Shape;185;p32"/>
          <p:cNvSpPr txBox="1"/>
          <p:nvPr/>
        </p:nvSpPr>
        <p:spPr>
          <a:xfrm>
            <a:off x="4340975" y="3613025"/>
            <a:ext cx="3397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COMPUTER NETWORKS</a:t>
            </a:r>
            <a:endParaRPr b="1" sz="20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3"/>
          <p:cNvSpPr txBox="1"/>
          <p:nvPr/>
        </p:nvSpPr>
        <p:spPr>
          <a:xfrm>
            <a:off x="1642650" y="281825"/>
            <a:ext cx="5858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6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What are we dealing with?</a:t>
            </a:r>
            <a:endParaRPr/>
          </a:p>
        </p:txBody>
      </p:sp>
      <p:sp>
        <p:nvSpPr>
          <p:cNvPr id="191" name="Google Shape;191;p33"/>
          <p:cNvSpPr txBox="1"/>
          <p:nvPr/>
        </p:nvSpPr>
        <p:spPr>
          <a:xfrm>
            <a:off x="2311150" y="2278100"/>
            <a:ext cx="10515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1"/>
                </a:solidFill>
              </a:rPr>
              <a:t>2</a:t>
            </a:r>
            <a:r>
              <a:rPr b="1" lang="es" sz="22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i</a:t>
            </a:r>
            <a:r>
              <a:rPr lang="es" sz="2200">
                <a:solidFill>
                  <a:schemeClr val="dk1"/>
                </a:solidFill>
              </a:rPr>
              <a:t> </a:t>
            </a:r>
            <a:r>
              <a:rPr lang="es" sz="2000">
                <a:solidFill>
                  <a:schemeClr val="dk1"/>
                </a:solidFill>
              </a:rPr>
              <a:t>+ 3</a:t>
            </a:r>
            <a:r>
              <a:rPr b="1" lang="es" sz="22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j</a:t>
            </a:r>
            <a:r>
              <a:rPr lang="es" sz="2000">
                <a:solidFill>
                  <a:schemeClr val="dk1"/>
                </a:solidFill>
              </a:rPr>
              <a:t> 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92" name="Google Shape;192;p33"/>
          <p:cNvSpPr txBox="1"/>
          <p:nvPr/>
        </p:nvSpPr>
        <p:spPr>
          <a:xfrm>
            <a:off x="2153950" y="3960600"/>
            <a:ext cx="1365900" cy="3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Vectors</a:t>
            </a:r>
            <a:endParaRPr b="1" sz="24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3" name="Google Shape;193;p33"/>
          <p:cNvSpPr txBox="1"/>
          <p:nvPr/>
        </p:nvSpPr>
        <p:spPr>
          <a:xfrm>
            <a:off x="5582950" y="3960600"/>
            <a:ext cx="1596600" cy="3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Matrices</a:t>
            </a:r>
            <a:endParaRPr b="1" sz="24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94" name="Google Shape;194;p33"/>
          <p:cNvPicPr preferRelativeResize="0"/>
          <p:nvPr/>
        </p:nvPicPr>
        <p:blipFill rotWithShape="1">
          <a:blip r:embed="rId3">
            <a:alphaModFix/>
          </a:blip>
          <a:srcRect b="22383" l="37546" r="37228" t="47809"/>
          <a:stretch/>
        </p:blipFill>
        <p:spPr>
          <a:xfrm>
            <a:off x="5489738" y="2034400"/>
            <a:ext cx="1783023" cy="140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4"/>
          <p:cNvSpPr txBox="1"/>
          <p:nvPr/>
        </p:nvSpPr>
        <p:spPr>
          <a:xfrm>
            <a:off x="1642650" y="281825"/>
            <a:ext cx="5858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6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Solving Linear Equations</a:t>
            </a:r>
            <a:endParaRPr/>
          </a:p>
        </p:txBody>
      </p:sp>
      <p:sp>
        <p:nvSpPr>
          <p:cNvPr id="200" name="Google Shape;200;p34"/>
          <p:cNvSpPr txBox="1"/>
          <p:nvPr/>
        </p:nvSpPr>
        <p:spPr>
          <a:xfrm>
            <a:off x="1159175" y="2039775"/>
            <a:ext cx="1941000" cy="8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3x + 2y = 7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4x + 5y = 9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01" name="Google Shape;201;p34"/>
          <p:cNvSpPr txBox="1"/>
          <p:nvPr/>
        </p:nvSpPr>
        <p:spPr>
          <a:xfrm>
            <a:off x="696950" y="3204000"/>
            <a:ext cx="2174700" cy="7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9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Easyyyyy</a:t>
            </a:r>
            <a:endParaRPr b="1" sz="29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02" name="Google Shape;202;p34"/>
          <p:cNvSpPr txBox="1"/>
          <p:nvPr/>
        </p:nvSpPr>
        <p:spPr>
          <a:xfrm>
            <a:off x="4196400" y="1622450"/>
            <a:ext cx="4133400" cy="8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Solve this !!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3a + 2b + 4c + 7d + 9e + f = 1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12a + 5b + 2c + 9d + 8e + 3f = 11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−a + 2b + 7c − 3d + 4e + 2f = 8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7a − b + 3c − 5d + 2e + 6f = −2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−4a + 6b + c − 2d + 9e − 3f = 4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4a − 2b + 11c − 6d + 8e + 2f = 8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03" name="Google Shape;203;p34"/>
          <p:cNvPicPr preferRelativeResize="0"/>
          <p:nvPr/>
        </p:nvPicPr>
        <p:blipFill rotWithShape="1">
          <a:blip r:embed="rId3">
            <a:alphaModFix/>
          </a:blip>
          <a:srcRect b="15379" l="12412" r="16867" t="18132"/>
          <a:stretch/>
        </p:blipFill>
        <p:spPr>
          <a:xfrm>
            <a:off x="5737425" y="3971725"/>
            <a:ext cx="907813" cy="85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6800" y="1272950"/>
            <a:ext cx="3381999" cy="3381999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35"/>
          <p:cNvSpPr txBox="1"/>
          <p:nvPr/>
        </p:nvSpPr>
        <p:spPr>
          <a:xfrm>
            <a:off x="2657400" y="415725"/>
            <a:ext cx="38292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258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300">
                <a:solidFill>
                  <a:srgbClr val="FFFFFF"/>
                </a:solidFill>
                <a:highlight>
                  <a:srgbClr val="080808"/>
                </a:highlight>
              </a:rPr>
              <a:t>DALL·E</a:t>
            </a:r>
            <a:endParaRPr sz="3300">
              <a:solidFill>
                <a:srgbClr val="FFFFFF"/>
              </a:solidFill>
              <a:highlight>
                <a:srgbClr val="080808"/>
              </a:highlight>
            </a:endParaRPr>
          </a:p>
        </p:txBody>
      </p:sp>
      <p:sp>
        <p:nvSpPr>
          <p:cNvPr id="210" name="Google Shape;210;p35"/>
          <p:cNvSpPr txBox="1"/>
          <p:nvPr/>
        </p:nvSpPr>
        <p:spPr>
          <a:xfrm>
            <a:off x="504950" y="2311200"/>
            <a:ext cx="4402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2100"/>
              <a:t>“A photo of an astronaut riding a horse.”</a:t>
            </a:r>
            <a:endParaRPr i="1" sz="2100"/>
          </a:p>
        </p:txBody>
      </p:sp>
      <p:sp>
        <p:nvSpPr>
          <p:cNvPr id="211" name="Google Shape;211;p35"/>
          <p:cNvSpPr txBox="1"/>
          <p:nvPr/>
        </p:nvSpPr>
        <p:spPr>
          <a:xfrm>
            <a:off x="8083975" y="4608275"/>
            <a:ext cx="716400" cy="1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u="sng">
                <a:solidFill>
                  <a:schemeClr val="hlink"/>
                </a:solidFill>
                <a:latin typeface="Nunito"/>
                <a:ea typeface="Nunito"/>
                <a:cs typeface="Nunito"/>
                <a:sym typeface="Nunito"/>
                <a:hlinkClick r:id="rId4"/>
              </a:rPr>
              <a:t>source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2475" y="1108425"/>
            <a:ext cx="951176" cy="951176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36"/>
          <p:cNvSpPr txBox="1"/>
          <p:nvPr/>
        </p:nvSpPr>
        <p:spPr>
          <a:xfrm>
            <a:off x="2657400" y="415725"/>
            <a:ext cx="38292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258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300">
                <a:solidFill>
                  <a:srgbClr val="FFFFFF"/>
                </a:solidFill>
                <a:highlight>
                  <a:srgbClr val="080808"/>
                </a:highlight>
              </a:rPr>
              <a:t>DALL·E</a:t>
            </a:r>
            <a:endParaRPr sz="3300">
              <a:solidFill>
                <a:srgbClr val="FFFFFF"/>
              </a:solidFill>
              <a:highlight>
                <a:srgbClr val="080808"/>
              </a:highlight>
            </a:endParaRPr>
          </a:p>
        </p:txBody>
      </p:sp>
      <p:sp>
        <p:nvSpPr>
          <p:cNvPr id="218" name="Google Shape;218;p36"/>
          <p:cNvSpPr txBox="1"/>
          <p:nvPr/>
        </p:nvSpPr>
        <p:spPr>
          <a:xfrm>
            <a:off x="329075" y="1402800"/>
            <a:ext cx="3877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600"/>
              <a:t>“A photo of an astronaut riding a horse.”</a:t>
            </a:r>
            <a:endParaRPr i="1" sz="1600"/>
          </a:p>
        </p:txBody>
      </p:sp>
      <p:cxnSp>
        <p:nvCxnSpPr>
          <p:cNvPr id="219" name="Google Shape;219;p36"/>
          <p:cNvCxnSpPr/>
          <p:nvPr/>
        </p:nvCxnSpPr>
        <p:spPr>
          <a:xfrm>
            <a:off x="2216075" y="1983800"/>
            <a:ext cx="0" cy="563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0" name="Google Shape;220;p36"/>
          <p:cNvSpPr txBox="1"/>
          <p:nvPr/>
        </p:nvSpPr>
        <p:spPr>
          <a:xfrm>
            <a:off x="252875" y="2774400"/>
            <a:ext cx="3877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/>
              <a:t>01001………1010101……….110010101</a:t>
            </a:r>
            <a:endParaRPr sz="1600"/>
          </a:p>
        </p:txBody>
      </p:sp>
      <p:pic>
        <p:nvPicPr>
          <p:cNvPr id="221" name="Google Shape;221;p36"/>
          <p:cNvPicPr preferRelativeResize="0"/>
          <p:nvPr/>
        </p:nvPicPr>
        <p:blipFill rotWithShape="1">
          <a:blip r:embed="rId4">
            <a:alphaModFix/>
          </a:blip>
          <a:srcRect b="0" l="7621" r="0" t="0"/>
          <a:stretch/>
        </p:blipFill>
        <p:spPr>
          <a:xfrm>
            <a:off x="5486400" y="2842200"/>
            <a:ext cx="3199496" cy="692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2" name="Google Shape;222;p36"/>
          <p:cNvCxnSpPr/>
          <p:nvPr/>
        </p:nvCxnSpPr>
        <p:spPr>
          <a:xfrm>
            <a:off x="7142463" y="2140350"/>
            <a:ext cx="0" cy="563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23" name="Google Shape;223;p36"/>
          <p:cNvCxnSpPr/>
          <p:nvPr/>
        </p:nvCxnSpPr>
        <p:spPr>
          <a:xfrm>
            <a:off x="2216075" y="3596850"/>
            <a:ext cx="687900" cy="4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4" name="Google Shape;224;p36"/>
          <p:cNvCxnSpPr/>
          <p:nvPr/>
        </p:nvCxnSpPr>
        <p:spPr>
          <a:xfrm flipH="1">
            <a:off x="6486600" y="3596850"/>
            <a:ext cx="656700" cy="540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225" name="Google Shape;225;p36"/>
          <p:cNvSpPr txBox="1"/>
          <p:nvPr/>
        </p:nvSpPr>
        <p:spPr>
          <a:xfrm>
            <a:off x="2604375" y="4132275"/>
            <a:ext cx="44502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*Some complicated mathematical operations*</a:t>
            </a:r>
            <a:endParaRPr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7"/>
          <p:cNvSpPr txBox="1"/>
          <p:nvPr/>
        </p:nvSpPr>
        <p:spPr>
          <a:xfrm>
            <a:off x="2657400" y="415725"/>
            <a:ext cx="38292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258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300">
                <a:solidFill>
                  <a:srgbClr val="FFFFFF"/>
                </a:solidFill>
                <a:highlight>
                  <a:srgbClr val="080808"/>
                </a:highlight>
              </a:rPr>
              <a:t>Image Rotation</a:t>
            </a:r>
            <a:endParaRPr sz="3300">
              <a:solidFill>
                <a:srgbClr val="FFFFFF"/>
              </a:solidFill>
              <a:highlight>
                <a:srgbClr val="080808"/>
              </a:highlight>
            </a:endParaRPr>
          </a:p>
        </p:txBody>
      </p:sp>
      <p:pic>
        <p:nvPicPr>
          <p:cNvPr id="231" name="Google Shape;231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4925" y="1206950"/>
            <a:ext cx="2910325" cy="335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5351400" y="1153075"/>
            <a:ext cx="2910325" cy="335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8"/>
          <p:cNvSpPr txBox="1"/>
          <p:nvPr>
            <p:ph type="title"/>
          </p:nvPr>
        </p:nvSpPr>
        <p:spPr>
          <a:xfrm>
            <a:off x="4617850" y="2916800"/>
            <a:ext cx="3775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—</a:t>
            </a:r>
            <a:r>
              <a:rPr b="1" lang="es"/>
              <a:t>Gilbert Strang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38"/>
          <p:cNvSpPr txBox="1"/>
          <p:nvPr>
            <p:ph idx="1" type="subTitle"/>
          </p:nvPr>
        </p:nvSpPr>
        <p:spPr>
          <a:xfrm>
            <a:off x="1047500" y="1565750"/>
            <a:ext cx="7346100" cy="169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/>
              <a:t>“</a:t>
            </a:r>
            <a:r>
              <a:rPr b="1" i="1" lang="es" sz="2100"/>
              <a:t>Linear algebra </a:t>
            </a:r>
            <a:r>
              <a:rPr lang="es" sz="2100"/>
              <a:t>is a </a:t>
            </a:r>
            <a:r>
              <a:rPr b="1" i="1" lang="es" sz="2100"/>
              <a:t>tool for thinking</a:t>
            </a:r>
            <a:r>
              <a:rPr lang="es" sz="2100"/>
              <a:t>. It's not just about vectors and matrices; it's about understanding the underlying </a:t>
            </a:r>
            <a:r>
              <a:rPr b="1" i="1" lang="es" sz="2100"/>
              <a:t>structures</a:t>
            </a:r>
            <a:r>
              <a:rPr lang="es" sz="2100"/>
              <a:t> and </a:t>
            </a:r>
            <a:r>
              <a:rPr b="1" i="1" lang="es" sz="2100"/>
              <a:t>patterns</a:t>
            </a:r>
            <a:r>
              <a:rPr lang="es" sz="2100"/>
              <a:t>.”</a:t>
            </a:r>
            <a:endParaRPr sz="21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</p:txBody>
      </p:sp>
      <p:cxnSp>
        <p:nvCxnSpPr>
          <p:cNvPr id="239" name="Google Shape;239;p38"/>
          <p:cNvCxnSpPr/>
          <p:nvPr/>
        </p:nvCxnSpPr>
        <p:spPr>
          <a:xfrm>
            <a:off x="4729925" y="3629506"/>
            <a:ext cx="3031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9"/>
          <p:cNvSpPr txBox="1"/>
          <p:nvPr>
            <p:ph idx="8" type="title"/>
          </p:nvPr>
        </p:nvSpPr>
        <p:spPr>
          <a:xfrm>
            <a:off x="720000" y="365925"/>
            <a:ext cx="3063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Resources</a:t>
            </a:r>
            <a:endParaRPr/>
          </a:p>
        </p:txBody>
      </p:sp>
      <p:cxnSp>
        <p:nvCxnSpPr>
          <p:cNvPr id="245" name="Google Shape;245;p39"/>
          <p:cNvCxnSpPr/>
          <p:nvPr/>
        </p:nvCxnSpPr>
        <p:spPr>
          <a:xfrm>
            <a:off x="802850" y="1045726"/>
            <a:ext cx="2417100" cy="4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6" name="Google Shape;246;p39"/>
          <p:cNvSpPr txBox="1"/>
          <p:nvPr/>
        </p:nvSpPr>
        <p:spPr>
          <a:xfrm>
            <a:off x="906575" y="1272950"/>
            <a:ext cx="6717000" cy="25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Google Classroom : </a:t>
            </a: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cqn2akqm</a:t>
            </a:r>
            <a:endParaRPr b="1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Drive Link : </a:t>
            </a:r>
            <a:r>
              <a:rPr lang="es" sz="2000" u="sng">
                <a:solidFill>
                  <a:schemeClr val="hlink"/>
                </a:solidFill>
                <a:latin typeface="Nunito"/>
                <a:ea typeface="Nunito"/>
                <a:cs typeface="Nunito"/>
                <a:sym typeface="Nunito"/>
                <a:hlinkClick r:id="rId3"/>
              </a:rPr>
              <a:t>https://drive.google.com/math4341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Lecture Playlist : </a:t>
            </a:r>
            <a:r>
              <a:rPr lang="es" sz="2000" u="sng">
                <a:solidFill>
                  <a:schemeClr val="hlink"/>
                </a:solidFill>
                <a:latin typeface="Nunito"/>
                <a:ea typeface="Nunito"/>
                <a:cs typeface="Nunito"/>
                <a:sym typeface="Nunito"/>
                <a:hlinkClick r:id="rId4"/>
              </a:rPr>
              <a:t>Gilbert Strang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For Visualization : </a:t>
            </a:r>
            <a:r>
              <a:rPr lang="es" sz="2000" u="sng">
                <a:solidFill>
                  <a:schemeClr val="hlink"/>
                </a:solidFill>
                <a:latin typeface="Nunito"/>
                <a:ea typeface="Nunito"/>
                <a:cs typeface="Nunito"/>
                <a:sym typeface="Nunito"/>
                <a:hlinkClick r:id="rId5"/>
              </a:rPr>
              <a:t>3 blue 1 brown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0"/>
          <p:cNvSpPr txBox="1"/>
          <p:nvPr>
            <p:ph idx="8" type="title"/>
          </p:nvPr>
        </p:nvSpPr>
        <p:spPr>
          <a:xfrm>
            <a:off x="720000" y="365925"/>
            <a:ext cx="4001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Classroom Code</a:t>
            </a:r>
            <a:endParaRPr/>
          </a:p>
        </p:txBody>
      </p:sp>
      <p:cxnSp>
        <p:nvCxnSpPr>
          <p:cNvPr id="252" name="Google Shape;252;p40"/>
          <p:cNvCxnSpPr/>
          <p:nvPr/>
        </p:nvCxnSpPr>
        <p:spPr>
          <a:xfrm>
            <a:off x="802850" y="1045726"/>
            <a:ext cx="2417100" cy="4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3" name="Google Shape;253;p40"/>
          <p:cNvSpPr txBox="1"/>
          <p:nvPr/>
        </p:nvSpPr>
        <p:spPr>
          <a:xfrm>
            <a:off x="1213500" y="1951500"/>
            <a:ext cx="6717000" cy="12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cqn2akqm</a:t>
            </a:r>
            <a:endParaRPr sz="10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2175" y="503475"/>
            <a:ext cx="4136549" cy="4136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2"/>
          <p:cNvSpPr txBox="1"/>
          <p:nvPr>
            <p:ph type="ctrTitle"/>
          </p:nvPr>
        </p:nvSpPr>
        <p:spPr>
          <a:xfrm>
            <a:off x="2430013" y="2072850"/>
            <a:ext cx="4284000" cy="9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¡THANKS!</a:t>
            </a:r>
            <a:endParaRPr/>
          </a:p>
        </p:txBody>
      </p:sp>
      <p:pic>
        <p:nvPicPr>
          <p:cNvPr id="264" name="Google Shape;264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7938" y="3060450"/>
            <a:ext cx="4048125" cy="125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inimalist Slides for meeting by Slidesgo">
  <a:themeElements>
    <a:clrScheme name="Simple Light">
      <a:dk1>
        <a:srgbClr val="3F4252"/>
      </a:dk1>
      <a:lt1>
        <a:srgbClr val="F5F5F5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F425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