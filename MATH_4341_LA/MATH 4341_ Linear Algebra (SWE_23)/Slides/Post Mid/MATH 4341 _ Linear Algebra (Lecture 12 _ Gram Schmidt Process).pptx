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1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</p:sldIdLst>
  <p:sldSz cy="5143500" cx="9144000"/>
  <p:notesSz cx="6858000" cy="9144000"/>
  <p:embeddedFontLst>
    <p:embeddedFont>
      <p:font typeface="Nunito"/>
      <p:regular r:id="rId20"/>
      <p:bold r:id="rId21"/>
      <p:italic r:id="rId22"/>
      <p:boldItalic r:id="rId23"/>
    </p:embeddedFont>
    <p:embeddedFont>
      <p:font typeface="Bebas Neue"/>
      <p:regular r:id="rId24"/>
    </p:embeddedFont>
    <p:embeddedFont>
      <p:font typeface="Questrial"/>
      <p:regular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Nunito-regular.fntdata"/><Relationship Id="rId22" Type="http://schemas.openxmlformats.org/officeDocument/2006/relationships/font" Target="fonts/Nunito-italic.fntdata"/><Relationship Id="rId21" Type="http://schemas.openxmlformats.org/officeDocument/2006/relationships/font" Target="fonts/Nunito-bold.fntdata"/><Relationship Id="rId24" Type="http://schemas.openxmlformats.org/officeDocument/2006/relationships/font" Target="fonts/BebasNeue-regular.fntdata"/><Relationship Id="rId23" Type="http://schemas.openxmlformats.org/officeDocument/2006/relationships/font" Target="fonts/Nunito-bold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5" Type="http://schemas.openxmlformats.org/officeDocument/2006/relationships/font" Target="fonts/Questrial-regular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ed3401ed36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ed3401ed36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31db98358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31db98358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31db98358a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31db98358a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31db98358a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331db98358a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31db98358a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331db98358a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31db98358a_0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331db98358a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31db98358a_0_1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331db98358a_0_1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31db98358a_0_2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6" name="Google Shape;266;g331db98358a_0_2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331db98358a_0_2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4" name="Google Shape;274;g331db98358a_0_2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331db98358a_0_3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9" name="Google Shape;329;g331db98358a_0_3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3321eebbd2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5" name="Google Shape;345;g3321eebbd2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3321eebbd2d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3" name="Google Shape;353;g3321eebbd2d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g33ccbc3f7a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0" name="Google Shape;380;g33ccbc3f7a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g300ba8dc66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0" name="Google Shape;390;g300ba8dc66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ge207fd22f2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7" name="Google Shape;397;ge207fd22f2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://bit.ly/2Tynxth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Relationship Id="rId5" Type="http://schemas.openxmlformats.org/officeDocument/2006/relationships/hyperlink" Target="https://storyset.com/?utm_source=slidesgo_template&amp;utm_medium=referral-link&amp;utm_campaign=slidesgo_contents_of_this_template&amp;utm_term=storyset&amp;utm_content=storyset" TargetMode="Externa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>
            <p:ph type="ctrTitle"/>
          </p:nvPr>
        </p:nvSpPr>
        <p:spPr>
          <a:xfrm>
            <a:off x="4040075" y="1807225"/>
            <a:ext cx="4084500" cy="192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b="1" sz="44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4040075" y="3900750"/>
            <a:ext cx="4553400" cy="5640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1" name="Google Shape;11;p2"/>
          <p:cNvSpPr/>
          <p:nvPr/>
        </p:nvSpPr>
        <p:spPr>
          <a:xfrm>
            <a:off x="148375" y="148500"/>
            <a:ext cx="8869500" cy="48465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 txBox="1"/>
          <p:nvPr>
            <p:ph type="title"/>
          </p:nvPr>
        </p:nvSpPr>
        <p:spPr>
          <a:xfrm>
            <a:off x="4117025" y="2560625"/>
            <a:ext cx="4017600" cy="841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4" name="Google Shape;14;p3"/>
          <p:cNvSpPr txBox="1"/>
          <p:nvPr>
            <p:ph hasCustomPrompt="1" idx="2" type="title"/>
          </p:nvPr>
        </p:nvSpPr>
        <p:spPr>
          <a:xfrm>
            <a:off x="5999150" y="1075000"/>
            <a:ext cx="2135400" cy="149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6000"/>
              <a:buNone/>
              <a:defRPr b="1" sz="109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5" name="Google Shape;15;p3"/>
          <p:cNvSpPr txBox="1"/>
          <p:nvPr>
            <p:ph idx="1" type="subTitle"/>
          </p:nvPr>
        </p:nvSpPr>
        <p:spPr>
          <a:xfrm>
            <a:off x="4439500" y="3556833"/>
            <a:ext cx="3695400" cy="69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3"/>
          <p:cNvSpPr/>
          <p:nvPr/>
        </p:nvSpPr>
        <p:spPr>
          <a:xfrm>
            <a:off x="148375" y="148500"/>
            <a:ext cx="8869500" cy="48465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720000" y="368825"/>
            <a:ext cx="77040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1"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941825" y="1202500"/>
            <a:ext cx="7194000" cy="339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Livvic"/>
              <a:buAutoNum type="arabicPeriod"/>
              <a:defRPr sz="1200">
                <a:solidFill>
                  <a:srgbClr val="434343"/>
                </a:solidFill>
              </a:defRPr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AutoNum type="alphaLcPeriod"/>
              <a:defRPr>
                <a:solidFill>
                  <a:srgbClr val="434343"/>
                </a:solidFill>
              </a:defRPr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AutoNum type="romanLcPeriod"/>
              <a:defRPr>
                <a:solidFill>
                  <a:srgbClr val="434343"/>
                </a:solidFill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AutoNum type="arabicPeriod"/>
              <a:defRPr>
                <a:solidFill>
                  <a:srgbClr val="434343"/>
                </a:solidFill>
              </a:defRPr>
            </a:lvl4pPr>
            <a:lvl5pPr indent="-3175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AutoNum type="alphaLcPeriod"/>
              <a:defRPr>
                <a:solidFill>
                  <a:srgbClr val="434343"/>
                </a:solidFill>
              </a:defRPr>
            </a:lvl5pPr>
            <a:lvl6pPr indent="-3175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AutoNum type="romanLcPeriod"/>
              <a:defRPr>
                <a:solidFill>
                  <a:srgbClr val="434343"/>
                </a:solidFill>
              </a:defRPr>
            </a:lvl6pPr>
            <a:lvl7pPr indent="-3175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AutoNum type="arabicPeriod"/>
              <a:defRPr>
                <a:solidFill>
                  <a:srgbClr val="434343"/>
                </a:solidFill>
              </a:defRPr>
            </a:lvl7pPr>
            <a:lvl8pPr indent="-3175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AutoNum type="alphaLcPeriod"/>
              <a:defRPr>
                <a:solidFill>
                  <a:srgbClr val="434343"/>
                </a:solidFill>
              </a:defRPr>
            </a:lvl8pPr>
            <a:lvl9pPr indent="-3175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AutoNum type="romanLcPeriod"/>
              <a:defRPr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20" name="Google Shape;20;p4"/>
          <p:cNvSpPr/>
          <p:nvPr/>
        </p:nvSpPr>
        <p:spPr>
          <a:xfrm>
            <a:off x="148375" y="148500"/>
            <a:ext cx="8869500" cy="48465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/>
          <p:nvPr/>
        </p:nvSpPr>
        <p:spPr>
          <a:xfrm>
            <a:off x="148375" y="148500"/>
            <a:ext cx="8869500" cy="48465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5"/>
          <p:cNvSpPr txBox="1"/>
          <p:nvPr>
            <p:ph idx="1" type="subTitle"/>
          </p:nvPr>
        </p:nvSpPr>
        <p:spPr>
          <a:xfrm>
            <a:off x="907137" y="3077720"/>
            <a:ext cx="3350400" cy="51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400">
                <a:latin typeface="Questrial"/>
                <a:ea typeface="Questrial"/>
                <a:cs typeface="Questrial"/>
                <a:sym typeface="Questrial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4" name="Google Shape;24;p5"/>
          <p:cNvSpPr txBox="1"/>
          <p:nvPr>
            <p:ph idx="2" type="subTitle"/>
          </p:nvPr>
        </p:nvSpPr>
        <p:spPr>
          <a:xfrm>
            <a:off x="4886463" y="820194"/>
            <a:ext cx="3350400" cy="51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400">
                <a:latin typeface="Questrial"/>
                <a:ea typeface="Questrial"/>
                <a:cs typeface="Questrial"/>
                <a:sym typeface="Questrial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5" name="Google Shape;25;p5"/>
          <p:cNvSpPr txBox="1"/>
          <p:nvPr>
            <p:ph idx="3" type="subTitle"/>
          </p:nvPr>
        </p:nvSpPr>
        <p:spPr>
          <a:xfrm>
            <a:off x="1349937" y="3565479"/>
            <a:ext cx="2907600" cy="83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4" type="subTitle"/>
          </p:nvPr>
        </p:nvSpPr>
        <p:spPr>
          <a:xfrm>
            <a:off x="4886463" y="1316836"/>
            <a:ext cx="2907600" cy="83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/>
          <p:nvPr>
            <p:ph type="title"/>
          </p:nvPr>
        </p:nvSpPr>
        <p:spPr>
          <a:xfrm>
            <a:off x="720000" y="445025"/>
            <a:ext cx="60708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9" name="Google Shape;29;p6"/>
          <p:cNvSpPr/>
          <p:nvPr/>
        </p:nvSpPr>
        <p:spPr>
          <a:xfrm>
            <a:off x="148375" y="148500"/>
            <a:ext cx="8869500" cy="48465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 txBox="1"/>
          <p:nvPr>
            <p:ph type="title"/>
          </p:nvPr>
        </p:nvSpPr>
        <p:spPr>
          <a:xfrm>
            <a:off x="4329250" y="826025"/>
            <a:ext cx="40152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2" name="Google Shape;32;p7"/>
          <p:cNvSpPr txBox="1"/>
          <p:nvPr>
            <p:ph idx="1" type="body"/>
          </p:nvPr>
        </p:nvSpPr>
        <p:spPr>
          <a:xfrm>
            <a:off x="4335700" y="1602275"/>
            <a:ext cx="3813300" cy="237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 sz="1400">
                <a:solidFill>
                  <a:srgbClr val="434343"/>
                </a:solidFill>
              </a:defRPr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>
                <a:solidFill>
                  <a:srgbClr val="434343"/>
                </a:solidFill>
              </a:defRPr>
            </a:lvl4pPr>
            <a:lvl5pPr indent="-3175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5pPr>
            <a:lvl6pPr indent="-3175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6pPr>
            <a:lvl7pPr indent="-3175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>
                <a:solidFill>
                  <a:srgbClr val="434343"/>
                </a:solidFill>
              </a:defRPr>
            </a:lvl7pPr>
            <a:lvl8pPr indent="-3175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8pPr>
            <a:lvl9pPr indent="-3175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33" name="Google Shape;33;p7"/>
          <p:cNvSpPr/>
          <p:nvPr/>
        </p:nvSpPr>
        <p:spPr>
          <a:xfrm>
            <a:off x="148375" y="148500"/>
            <a:ext cx="8869500" cy="48465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 txBox="1"/>
          <p:nvPr>
            <p:ph type="title"/>
          </p:nvPr>
        </p:nvSpPr>
        <p:spPr>
          <a:xfrm>
            <a:off x="638700" y="3202625"/>
            <a:ext cx="7866900" cy="10746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58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36" name="Google Shape;36;p8"/>
          <p:cNvSpPr/>
          <p:nvPr/>
        </p:nvSpPr>
        <p:spPr>
          <a:xfrm>
            <a:off x="148375" y="148500"/>
            <a:ext cx="8869500" cy="48465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"/>
          <p:cNvSpPr txBox="1"/>
          <p:nvPr>
            <p:ph type="title"/>
          </p:nvPr>
        </p:nvSpPr>
        <p:spPr>
          <a:xfrm>
            <a:off x="713225" y="1033212"/>
            <a:ext cx="4402200" cy="15705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49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39" name="Google Shape;39;p9"/>
          <p:cNvSpPr txBox="1"/>
          <p:nvPr>
            <p:ph idx="1" type="subTitle"/>
          </p:nvPr>
        </p:nvSpPr>
        <p:spPr>
          <a:xfrm>
            <a:off x="713225" y="2756088"/>
            <a:ext cx="3424500" cy="135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9"/>
          <p:cNvSpPr/>
          <p:nvPr/>
        </p:nvSpPr>
        <p:spPr>
          <a:xfrm>
            <a:off x="148375" y="148500"/>
            <a:ext cx="8869500" cy="48465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type="title"/>
          </p:nvPr>
        </p:nvSpPr>
        <p:spPr>
          <a:xfrm>
            <a:off x="740550" y="2653478"/>
            <a:ext cx="4667100" cy="12981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3" name="Google Shape;43;p10"/>
          <p:cNvSpPr/>
          <p:nvPr/>
        </p:nvSpPr>
        <p:spPr>
          <a:xfrm>
            <a:off x="148375" y="148500"/>
            <a:ext cx="8869500" cy="48465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533800" y="1916675"/>
            <a:ext cx="4402500" cy="113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9600"/>
              <a:buNone/>
              <a:defRPr sz="66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subTitle"/>
          </p:nvPr>
        </p:nvSpPr>
        <p:spPr>
          <a:xfrm>
            <a:off x="3605133" y="3172601"/>
            <a:ext cx="4313400" cy="713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47" name="Google Shape;47;p11"/>
          <p:cNvSpPr/>
          <p:nvPr/>
        </p:nvSpPr>
        <p:spPr>
          <a:xfrm>
            <a:off x="148375" y="148500"/>
            <a:ext cx="8869500" cy="48465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noFill/>
      </p:bgPr>
    </p:bg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2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/>
          <p:cNvSpPr txBox="1"/>
          <p:nvPr>
            <p:ph type="title"/>
          </p:nvPr>
        </p:nvSpPr>
        <p:spPr>
          <a:xfrm>
            <a:off x="5571350" y="430343"/>
            <a:ext cx="3063900" cy="527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51" name="Google Shape;51;p13"/>
          <p:cNvSpPr txBox="1"/>
          <p:nvPr>
            <p:ph idx="1" type="subTitle"/>
          </p:nvPr>
        </p:nvSpPr>
        <p:spPr>
          <a:xfrm>
            <a:off x="5571350" y="880826"/>
            <a:ext cx="25620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2" type="title"/>
          </p:nvPr>
        </p:nvSpPr>
        <p:spPr>
          <a:xfrm>
            <a:off x="5571350" y="1505518"/>
            <a:ext cx="3086100" cy="527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53" name="Google Shape;53;p13"/>
          <p:cNvSpPr txBox="1"/>
          <p:nvPr>
            <p:ph idx="3" type="subTitle"/>
          </p:nvPr>
        </p:nvSpPr>
        <p:spPr>
          <a:xfrm>
            <a:off x="5571350" y="1969884"/>
            <a:ext cx="25620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3"/>
          <p:cNvSpPr txBox="1"/>
          <p:nvPr>
            <p:ph idx="4" type="title"/>
          </p:nvPr>
        </p:nvSpPr>
        <p:spPr>
          <a:xfrm>
            <a:off x="5571350" y="2580693"/>
            <a:ext cx="3063900" cy="527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55" name="Google Shape;55;p13"/>
          <p:cNvSpPr txBox="1"/>
          <p:nvPr>
            <p:ph idx="5" type="subTitle"/>
          </p:nvPr>
        </p:nvSpPr>
        <p:spPr>
          <a:xfrm>
            <a:off x="5571350" y="3058941"/>
            <a:ext cx="25620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3"/>
          <p:cNvSpPr txBox="1"/>
          <p:nvPr>
            <p:ph idx="6" type="title"/>
          </p:nvPr>
        </p:nvSpPr>
        <p:spPr>
          <a:xfrm>
            <a:off x="5571350" y="3655868"/>
            <a:ext cx="3063900" cy="527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57" name="Google Shape;57;p13"/>
          <p:cNvSpPr txBox="1"/>
          <p:nvPr>
            <p:ph idx="7" type="subTitle"/>
          </p:nvPr>
        </p:nvSpPr>
        <p:spPr>
          <a:xfrm>
            <a:off x="5571350" y="4147999"/>
            <a:ext cx="25620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3"/>
          <p:cNvSpPr txBox="1"/>
          <p:nvPr>
            <p:ph idx="8" type="title"/>
          </p:nvPr>
        </p:nvSpPr>
        <p:spPr>
          <a:xfrm>
            <a:off x="720000" y="365913"/>
            <a:ext cx="19812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59" name="Google Shape;59;p13"/>
          <p:cNvSpPr txBox="1"/>
          <p:nvPr>
            <p:ph hasCustomPrompt="1" idx="9" type="title"/>
          </p:nvPr>
        </p:nvSpPr>
        <p:spPr>
          <a:xfrm>
            <a:off x="4099525" y="373950"/>
            <a:ext cx="1326000" cy="102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b="1" sz="54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0" name="Google Shape;60;p13"/>
          <p:cNvSpPr txBox="1"/>
          <p:nvPr>
            <p:ph hasCustomPrompt="1" idx="13" type="title"/>
          </p:nvPr>
        </p:nvSpPr>
        <p:spPr>
          <a:xfrm>
            <a:off x="4099525" y="2557800"/>
            <a:ext cx="1326000" cy="102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b="1" sz="54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1" name="Google Shape;61;p13"/>
          <p:cNvSpPr txBox="1"/>
          <p:nvPr>
            <p:ph hasCustomPrompt="1" idx="14" type="title"/>
          </p:nvPr>
        </p:nvSpPr>
        <p:spPr>
          <a:xfrm>
            <a:off x="4099525" y="1465875"/>
            <a:ext cx="1326000" cy="102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b="1" sz="54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2" name="Google Shape;62;p13"/>
          <p:cNvSpPr txBox="1"/>
          <p:nvPr>
            <p:ph hasCustomPrompt="1" idx="15" type="title"/>
          </p:nvPr>
        </p:nvSpPr>
        <p:spPr>
          <a:xfrm>
            <a:off x="4099525" y="3649725"/>
            <a:ext cx="1326000" cy="102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b="1" sz="54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3" name="Google Shape;63;p13"/>
          <p:cNvSpPr/>
          <p:nvPr/>
        </p:nvSpPr>
        <p:spPr>
          <a:xfrm>
            <a:off x="148375" y="148500"/>
            <a:ext cx="8869500" cy="48465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CUSTOM_2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/>
          <p:nvPr>
            <p:ph idx="1" type="subTitle"/>
          </p:nvPr>
        </p:nvSpPr>
        <p:spPr>
          <a:xfrm>
            <a:off x="4617850" y="1661475"/>
            <a:ext cx="3775800" cy="114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/>
        </p:txBody>
      </p:sp>
      <p:sp>
        <p:nvSpPr>
          <p:cNvPr id="66" name="Google Shape;66;p14"/>
          <p:cNvSpPr txBox="1"/>
          <p:nvPr>
            <p:ph type="title"/>
          </p:nvPr>
        </p:nvSpPr>
        <p:spPr>
          <a:xfrm>
            <a:off x="4617850" y="2916800"/>
            <a:ext cx="37758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67" name="Google Shape;67;p14"/>
          <p:cNvSpPr/>
          <p:nvPr/>
        </p:nvSpPr>
        <p:spPr>
          <a:xfrm>
            <a:off x="148375" y="148500"/>
            <a:ext cx="8869500" cy="48465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">
  <p:cSld name="CUSTOM_1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idx="1" type="subTitle"/>
          </p:nvPr>
        </p:nvSpPr>
        <p:spPr>
          <a:xfrm>
            <a:off x="4920400" y="2626775"/>
            <a:ext cx="3346200" cy="106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5"/>
          <p:cNvSpPr txBox="1"/>
          <p:nvPr>
            <p:ph type="title"/>
          </p:nvPr>
        </p:nvSpPr>
        <p:spPr>
          <a:xfrm>
            <a:off x="4920400" y="1545450"/>
            <a:ext cx="2881800" cy="6960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4300"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71" name="Google Shape;71;p15"/>
          <p:cNvSpPr/>
          <p:nvPr/>
        </p:nvSpPr>
        <p:spPr>
          <a:xfrm>
            <a:off x="148375" y="148500"/>
            <a:ext cx="8869500" cy="48465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TITLE_AND_BODY_1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74" name="Google Shape;74;p16"/>
          <p:cNvSpPr txBox="1"/>
          <p:nvPr>
            <p:ph idx="1" type="body"/>
          </p:nvPr>
        </p:nvSpPr>
        <p:spPr>
          <a:xfrm>
            <a:off x="720000" y="1381075"/>
            <a:ext cx="7343700" cy="311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●"/>
              <a:defRPr>
                <a:solidFill>
                  <a:srgbClr val="434343"/>
                </a:solidFill>
              </a:defRPr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○"/>
              <a:defRPr>
                <a:solidFill>
                  <a:srgbClr val="434343"/>
                </a:solidFill>
              </a:defRPr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■"/>
              <a:defRPr>
                <a:solidFill>
                  <a:srgbClr val="434343"/>
                </a:solidFill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●"/>
              <a:defRPr>
                <a:solidFill>
                  <a:srgbClr val="434343"/>
                </a:solidFill>
              </a:defRPr>
            </a:lvl4pPr>
            <a:lvl5pPr indent="-3175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○"/>
              <a:defRPr>
                <a:solidFill>
                  <a:srgbClr val="434343"/>
                </a:solidFill>
              </a:defRPr>
            </a:lvl5pPr>
            <a:lvl6pPr indent="-3175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■"/>
              <a:defRPr>
                <a:solidFill>
                  <a:srgbClr val="434343"/>
                </a:solidFill>
              </a:defRPr>
            </a:lvl6pPr>
            <a:lvl7pPr indent="-3175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●"/>
              <a:defRPr>
                <a:solidFill>
                  <a:srgbClr val="434343"/>
                </a:solidFill>
              </a:defRPr>
            </a:lvl7pPr>
            <a:lvl8pPr indent="-3175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○"/>
              <a:defRPr>
                <a:solidFill>
                  <a:srgbClr val="434343"/>
                </a:solidFill>
              </a:defRPr>
            </a:lvl8pPr>
            <a:lvl9pPr indent="-3175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■"/>
              <a:defRPr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75" name="Google Shape;75;p16"/>
          <p:cNvSpPr/>
          <p:nvPr/>
        </p:nvSpPr>
        <p:spPr>
          <a:xfrm>
            <a:off x="148375" y="148500"/>
            <a:ext cx="8869500" cy="48465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CUSTOM_3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7"/>
          <p:cNvSpPr txBox="1"/>
          <p:nvPr>
            <p:ph type="title"/>
          </p:nvPr>
        </p:nvSpPr>
        <p:spPr>
          <a:xfrm>
            <a:off x="1442987" y="3390950"/>
            <a:ext cx="2443500" cy="527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78" name="Google Shape;78;p17"/>
          <p:cNvSpPr txBox="1"/>
          <p:nvPr>
            <p:ph idx="1" type="subTitle"/>
          </p:nvPr>
        </p:nvSpPr>
        <p:spPr>
          <a:xfrm>
            <a:off x="1442987" y="3804248"/>
            <a:ext cx="24435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7"/>
          <p:cNvSpPr txBox="1"/>
          <p:nvPr>
            <p:ph idx="2" type="title"/>
          </p:nvPr>
        </p:nvSpPr>
        <p:spPr>
          <a:xfrm>
            <a:off x="5257513" y="3390950"/>
            <a:ext cx="2443500" cy="527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80" name="Google Shape;80;p17"/>
          <p:cNvSpPr txBox="1"/>
          <p:nvPr>
            <p:ph idx="3" type="subTitle"/>
          </p:nvPr>
        </p:nvSpPr>
        <p:spPr>
          <a:xfrm>
            <a:off x="5257513" y="3804248"/>
            <a:ext cx="24435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7"/>
          <p:cNvSpPr txBox="1"/>
          <p:nvPr>
            <p:ph idx="4"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2" name="Google Shape;82;p17"/>
          <p:cNvSpPr/>
          <p:nvPr/>
        </p:nvSpPr>
        <p:spPr>
          <a:xfrm>
            <a:off x="148375" y="148500"/>
            <a:ext cx="8869500" cy="48465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BLANK_1_1_1_2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type="title"/>
          </p:nvPr>
        </p:nvSpPr>
        <p:spPr>
          <a:xfrm>
            <a:off x="710750" y="3380025"/>
            <a:ext cx="1805100" cy="52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85" name="Google Shape;85;p18"/>
          <p:cNvSpPr txBox="1"/>
          <p:nvPr>
            <p:ph idx="1" type="subTitle"/>
          </p:nvPr>
        </p:nvSpPr>
        <p:spPr>
          <a:xfrm>
            <a:off x="710750" y="3785547"/>
            <a:ext cx="3465900" cy="77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18"/>
          <p:cNvSpPr txBox="1"/>
          <p:nvPr>
            <p:ph idx="2" type="title"/>
          </p:nvPr>
        </p:nvSpPr>
        <p:spPr>
          <a:xfrm>
            <a:off x="710750" y="1223125"/>
            <a:ext cx="1805100" cy="52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87" name="Google Shape;87;p18"/>
          <p:cNvSpPr txBox="1"/>
          <p:nvPr>
            <p:ph idx="3" type="subTitle"/>
          </p:nvPr>
        </p:nvSpPr>
        <p:spPr>
          <a:xfrm>
            <a:off x="710750" y="1627900"/>
            <a:ext cx="3465900" cy="77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18"/>
          <p:cNvSpPr txBox="1"/>
          <p:nvPr>
            <p:ph idx="4" type="title"/>
          </p:nvPr>
        </p:nvSpPr>
        <p:spPr>
          <a:xfrm>
            <a:off x="710750" y="2301213"/>
            <a:ext cx="1805100" cy="52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89" name="Google Shape;89;p18"/>
          <p:cNvSpPr txBox="1"/>
          <p:nvPr>
            <p:ph idx="5" type="subTitle"/>
          </p:nvPr>
        </p:nvSpPr>
        <p:spPr>
          <a:xfrm>
            <a:off x="710750" y="2706729"/>
            <a:ext cx="3465900" cy="77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18"/>
          <p:cNvSpPr txBox="1"/>
          <p:nvPr>
            <p:ph idx="6" type="title"/>
          </p:nvPr>
        </p:nvSpPr>
        <p:spPr>
          <a:xfrm>
            <a:off x="710750" y="387250"/>
            <a:ext cx="4724700" cy="776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1"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1" name="Google Shape;91;p18"/>
          <p:cNvSpPr/>
          <p:nvPr/>
        </p:nvSpPr>
        <p:spPr>
          <a:xfrm>
            <a:off x="148375" y="148500"/>
            <a:ext cx="8869500" cy="48465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BLANK_1_1_1_1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9"/>
          <p:cNvSpPr txBox="1"/>
          <p:nvPr>
            <p:ph type="title"/>
          </p:nvPr>
        </p:nvSpPr>
        <p:spPr>
          <a:xfrm>
            <a:off x="772650" y="1565975"/>
            <a:ext cx="2443500" cy="527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94" name="Google Shape;94;p19"/>
          <p:cNvSpPr txBox="1"/>
          <p:nvPr>
            <p:ph idx="1" type="subTitle"/>
          </p:nvPr>
        </p:nvSpPr>
        <p:spPr>
          <a:xfrm>
            <a:off x="772650" y="1979273"/>
            <a:ext cx="24435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19"/>
          <p:cNvSpPr txBox="1"/>
          <p:nvPr>
            <p:ph idx="2" type="title"/>
          </p:nvPr>
        </p:nvSpPr>
        <p:spPr>
          <a:xfrm>
            <a:off x="3291776" y="1565975"/>
            <a:ext cx="2443500" cy="527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96" name="Google Shape;96;p19"/>
          <p:cNvSpPr txBox="1"/>
          <p:nvPr>
            <p:ph idx="3" type="subTitle"/>
          </p:nvPr>
        </p:nvSpPr>
        <p:spPr>
          <a:xfrm>
            <a:off x="3291777" y="1979273"/>
            <a:ext cx="24435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19"/>
          <p:cNvSpPr txBox="1"/>
          <p:nvPr>
            <p:ph idx="4" type="title"/>
          </p:nvPr>
        </p:nvSpPr>
        <p:spPr>
          <a:xfrm>
            <a:off x="772650" y="3083619"/>
            <a:ext cx="2443500" cy="527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98" name="Google Shape;98;p19"/>
          <p:cNvSpPr txBox="1"/>
          <p:nvPr>
            <p:ph idx="5" type="subTitle"/>
          </p:nvPr>
        </p:nvSpPr>
        <p:spPr>
          <a:xfrm>
            <a:off x="772650" y="3496926"/>
            <a:ext cx="24435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19"/>
          <p:cNvSpPr txBox="1"/>
          <p:nvPr>
            <p:ph idx="6" type="title"/>
          </p:nvPr>
        </p:nvSpPr>
        <p:spPr>
          <a:xfrm>
            <a:off x="3300396" y="3083619"/>
            <a:ext cx="2426400" cy="527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00" name="Google Shape;100;p19"/>
          <p:cNvSpPr txBox="1"/>
          <p:nvPr>
            <p:ph idx="7" type="subTitle"/>
          </p:nvPr>
        </p:nvSpPr>
        <p:spPr>
          <a:xfrm>
            <a:off x="3291777" y="3496926"/>
            <a:ext cx="24435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19"/>
          <p:cNvSpPr txBox="1"/>
          <p:nvPr>
            <p:ph idx="8"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02" name="Google Shape;102;p19"/>
          <p:cNvSpPr/>
          <p:nvPr/>
        </p:nvSpPr>
        <p:spPr>
          <a:xfrm>
            <a:off x="148375" y="148500"/>
            <a:ext cx="8869500" cy="48465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BLANK_1_1_1_1_1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0"/>
          <p:cNvSpPr txBox="1"/>
          <p:nvPr>
            <p:ph type="title"/>
          </p:nvPr>
        </p:nvSpPr>
        <p:spPr>
          <a:xfrm>
            <a:off x="6651929" y="596775"/>
            <a:ext cx="1812300" cy="52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05" name="Google Shape;105;p20"/>
          <p:cNvSpPr txBox="1"/>
          <p:nvPr>
            <p:ph idx="1" type="subTitle"/>
          </p:nvPr>
        </p:nvSpPr>
        <p:spPr>
          <a:xfrm>
            <a:off x="6651929" y="1023959"/>
            <a:ext cx="18123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20"/>
          <p:cNvSpPr txBox="1"/>
          <p:nvPr>
            <p:ph idx="2" type="title"/>
          </p:nvPr>
        </p:nvSpPr>
        <p:spPr>
          <a:xfrm>
            <a:off x="3876449" y="2061850"/>
            <a:ext cx="1812300" cy="52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07" name="Google Shape;107;p20"/>
          <p:cNvSpPr txBox="1"/>
          <p:nvPr>
            <p:ph idx="3" type="subTitle"/>
          </p:nvPr>
        </p:nvSpPr>
        <p:spPr>
          <a:xfrm>
            <a:off x="3876450" y="2489034"/>
            <a:ext cx="18123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20"/>
          <p:cNvSpPr txBox="1"/>
          <p:nvPr>
            <p:ph idx="4" type="title"/>
          </p:nvPr>
        </p:nvSpPr>
        <p:spPr>
          <a:xfrm>
            <a:off x="3876453" y="596775"/>
            <a:ext cx="1812300" cy="52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09" name="Google Shape;109;p20"/>
          <p:cNvSpPr txBox="1"/>
          <p:nvPr>
            <p:ph idx="5" type="subTitle"/>
          </p:nvPr>
        </p:nvSpPr>
        <p:spPr>
          <a:xfrm>
            <a:off x="3876455" y="1023959"/>
            <a:ext cx="18123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20"/>
          <p:cNvSpPr txBox="1"/>
          <p:nvPr>
            <p:ph idx="6" type="title"/>
          </p:nvPr>
        </p:nvSpPr>
        <p:spPr>
          <a:xfrm>
            <a:off x="3876449" y="3526925"/>
            <a:ext cx="1812300" cy="52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11" name="Google Shape;111;p20"/>
          <p:cNvSpPr txBox="1"/>
          <p:nvPr>
            <p:ph idx="7" type="subTitle"/>
          </p:nvPr>
        </p:nvSpPr>
        <p:spPr>
          <a:xfrm>
            <a:off x="3876450" y="3947167"/>
            <a:ext cx="18123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20"/>
          <p:cNvSpPr txBox="1"/>
          <p:nvPr>
            <p:ph idx="8" type="title"/>
          </p:nvPr>
        </p:nvSpPr>
        <p:spPr>
          <a:xfrm>
            <a:off x="6651925" y="2061850"/>
            <a:ext cx="1812300" cy="52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13" name="Google Shape;113;p20"/>
          <p:cNvSpPr txBox="1"/>
          <p:nvPr>
            <p:ph idx="9" type="subTitle"/>
          </p:nvPr>
        </p:nvSpPr>
        <p:spPr>
          <a:xfrm>
            <a:off x="6651925" y="2489034"/>
            <a:ext cx="18123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20"/>
          <p:cNvSpPr txBox="1"/>
          <p:nvPr>
            <p:ph idx="13" type="title"/>
          </p:nvPr>
        </p:nvSpPr>
        <p:spPr>
          <a:xfrm>
            <a:off x="6651925" y="3526925"/>
            <a:ext cx="1812300" cy="52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15" name="Google Shape;115;p20"/>
          <p:cNvSpPr txBox="1"/>
          <p:nvPr>
            <p:ph idx="14" type="subTitle"/>
          </p:nvPr>
        </p:nvSpPr>
        <p:spPr>
          <a:xfrm>
            <a:off x="6651925" y="3947167"/>
            <a:ext cx="18123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20"/>
          <p:cNvSpPr txBox="1"/>
          <p:nvPr>
            <p:ph idx="15" type="title"/>
          </p:nvPr>
        </p:nvSpPr>
        <p:spPr>
          <a:xfrm>
            <a:off x="796200" y="2024325"/>
            <a:ext cx="2117100" cy="956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17" name="Google Shape;117;p20"/>
          <p:cNvSpPr/>
          <p:nvPr/>
        </p:nvSpPr>
        <p:spPr>
          <a:xfrm>
            <a:off x="148375" y="148500"/>
            <a:ext cx="8869500" cy="48465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BLANK_1_1_1_1_1_1"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1"/>
          <p:cNvSpPr txBox="1"/>
          <p:nvPr>
            <p:ph hasCustomPrompt="1" type="title"/>
          </p:nvPr>
        </p:nvSpPr>
        <p:spPr>
          <a:xfrm>
            <a:off x="1055400" y="983350"/>
            <a:ext cx="3859500" cy="82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200"/>
              <a:buNone/>
              <a:defRPr b="1" sz="5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120" name="Google Shape;120;p21"/>
          <p:cNvSpPr txBox="1"/>
          <p:nvPr>
            <p:ph idx="1" type="subTitle"/>
          </p:nvPr>
        </p:nvSpPr>
        <p:spPr>
          <a:xfrm>
            <a:off x="1055400" y="1811650"/>
            <a:ext cx="4327200" cy="5406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242424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21"/>
          <p:cNvSpPr txBox="1"/>
          <p:nvPr>
            <p:ph hasCustomPrompt="1" idx="2" type="title"/>
          </p:nvPr>
        </p:nvSpPr>
        <p:spPr>
          <a:xfrm>
            <a:off x="1055400" y="2605127"/>
            <a:ext cx="3859500" cy="82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200"/>
              <a:buNone/>
              <a:defRPr b="1" sz="5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122" name="Google Shape;122;p21"/>
          <p:cNvSpPr txBox="1"/>
          <p:nvPr>
            <p:ph idx="3" type="subTitle"/>
          </p:nvPr>
        </p:nvSpPr>
        <p:spPr>
          <a:xfrm>
            <a:off x="1055400" y="3433423"/>
            <a:ext cx="4327200" cy="5406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242424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21"/>
          <p:cNvSpPr/>
          <p:nvPr/>
        </p:nvSpPr>
        <p:spPr>
          <a:xfrm>
            <a:off x="148375" y="148500"/>
            <a:ext cx="8869500" cy="48465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BLANK_1_1_1_1_1_1_2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2"/>
          <p:cNvSpPr/>
          <p:nvPr/>
        </p:nvSpPr>
        <p:spPr>
          <a:xfrm>
            <a:off x="148375" y="148500"/>
            <a:ext cx="8869500" cy="48465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22"/>
          <p:cNvSpPr txBox="1"/>
          <p:nvPr>
            <p:ph type="ctrTitle"/>
          </p:nvPr>
        </p:nvSpPr>
        <p:spPr>
          <a:xfrm>
            <a:off x="2429950" y="499475"/>
            <a:ext cx="4284000" cy="99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27" name="Google Shape;127;p22"/>
          <p:cNvSpPr txBox="1"/>
          <p:nvPr>
            <p:ph idx="1" type="subTitle"/>
          </p:nvPr>
        </p:nvSpPr>
        <p:spPr>
          <a:xfrm>
            <a:off x="3265350" y="1502417"/>
            <a:ext cx="2613300" cy="128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28" name="Google Shape;128;p22"/>
          <p:cNvSpPr txBox="1"/>
          <p:nvPr>
            <p:ph idx="2" type="subTitle"/>
          </p:nvPr>
        </p:nvSpPr>
        <p:spPr>
          <a:xfrm>
            <a:off x="2425000" y="4124521"/>
            <a:ext cx="4293900" cy="4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434343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29" name="Google Shape;129;p22"/>
          <p:cNvSpPr txBox="1"/>
          <p:nvPr/>
        </p:nvSpPr>
        <p:spPr>
          <a:xfrm>
            <a:off x="2730325" y="3416238"/>
            <a:ext cx="3705600" cy="63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300"/>
              </a:spcBef>
              <a:spcAft>
                <a:spcPts val="0"/>
              </a:spcAft>
              <a:buNone/>
            </a:pPr>
            <a:r>
              <a:rPr lang="es" sz="1000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rPr>
              <a:t>CRÉDITOS: Esta plantilla de presentación fue creada por </a:t>
            </a:r>
            <a:r>
              <a:rPr lang="es" sz="1000">
                <a:solidFill>
                  <a:srgbClr val="434343"/>
                </a:solidFill>
                <a:uFill>
                  <a:noFill/>
                </a:uFill>
                <a:latin typeface="Nunito"/>
                <a:ea typeface="Nunito"/>
                <a:cs typeface="Nunito"/>
                <a:sym typeface="Nunito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s" sz="1000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rPr>
              <a:t>, que incluye iconos de </a:t>
            </a:r>
            <a:r>
              <a:rPr lang="es" sz="1000">
                <a:solidFill>
                  <a:srgbClr val="434343"/>
                </a:solidFill>
                <a:uFill>
                  <a:noFill/>
                </a:uFill>
                <a:latin typeface="Nunito"/>
                <a:ea typeface="Nunito"/>
                <a:cs typeface="Nunito"/>
                <a:sym typeface="Nunit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s" sz="1000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rPr>
              <a:t>, infografías e imágenes de </a:t>
            </a:r>
            <a:r>
              <a:rPr lang="es" sz="1000">
                <a:solidFill>
                  <a:srgbClr val="434343"/>
                </a:solidFill>
                <a:uFill>
                  <a:noFill/>
                </a:uFill>
                <a:latin typeface="Nunito"/>
                <a:ea typeface="Nunito"/>
                <a:cs typeface="Nunito"/>
                <a:sym typeface="Nunito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lang="es" sz="1000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rPr>
              <a:t> e ilustraciones de </a:t>
            </a:r>
            <a:r>
              <a:rPr lang="es" sz="1000">
                <a:solidFill>
                  <a:srgbClr val="434343"/>
                </a:solidFill>
                <a:uFill>
                  <a:noFill/>
                </a:uFill>
                <a:latin typeface="Nunito"/>
                <a:ea typeface="Nunito"/>
                <a:cs typeface="Nunito"/>
                <a:sym typeface="Nunito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Storyset</a:t>
            </a:r>
            <a:endParaRPr sz="1000">
              <a:solidFill>
                <a:srgbClr val="434343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43434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BLANK_1_1_1_1_1_1_1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3"/>
          <p:cNvSpPr/>
          <p:nvPr/>
        </p:nvSpPr>
        <p:spPr>
          <a:xfrm>
            <a:off x="148375" y="148500"/>
            <a:ext cx="8869500" cy="48465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BLANK_1_1_1_1_1_1_1_1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22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10.xml"/><Relationship Id="rId21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13.xml"/><Relationship Id="rId24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estrial"/>
              <a:buNone/>
              <a:defRPr sz="30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estrial"/>
              <a:buNone/>
              <a:defRPr sz="30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estrial"/>
              <a:buNone/>
              <a:defRPr sz="30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estrial"/>
              <a:buNone/>
              <a:defRPr sz="30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estrial"/>
              <a:buNone/>
              <a:defRPr sz="30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estrial"/>
              <a:buNone/>
              <a:defRPr sz="30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estrial"/>
              <a:buNone/>
              <a:defRPr sz="30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estrial"/>
              <a:buNone/>
              <a:defRPr sz="30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estrial"/>
              <a:buNone/>
              <a:defRPr sz="30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●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○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■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●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○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■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●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○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Nunito"/>
              <a:buChar char="■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Relationship Id="rId4" Type="http://schemas.openxmlformats.org/officeDocument/2006/relationships/image" Target="../media/image7.png"/><Relationship Id="rId5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Relationship Id="rId4" Type="http://schemas.openxmlformats.org/officeDocument/2006/relationships/image" Target="../media/image3.png"/><Relationship Id="rId5" Type="http://schemas.openxmlformats.org/officeDocument/2006/relationships/image" Target="../media/image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youtu.be/0MtwqhIwdrI?feature=shared" TargetMode="Externa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5"/>
          <p:cNvSpPr txBox="1"/>
          <p:nvPr>
            <p:ph type="ctrTitle"/>
          </p:nvPr>
        </p:nvSpPr>
        <p:spPr>
          <a:xfrm>
            <a:off x="758250" y="689300"/>
            <a:ext cx="7627500" cy="192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4200"/>
              <a:t>Orthogonal Matrices and </a:t>
            </a:r>
            <a:endParaRPr sz="4200"/>
          </a:p>
          <a:p>
            <a:pPr indent="0" lvl="0" marL="0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s" sz="4200"/>
              <a:t>Gram–Schmidt Process</a:t>
            </a:r>
            <a:endParaRPr sz="4200"/>
          </a:p>
          <a:p>
            <a:pPr indent="0" lvl="0" marL="0" rtl="0" algn="ctr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b="0" lang="es" sz="2500">
                <a:latin typeface="Nunito"/>
                <a:ea typeface="Nunito"/>
                <a:cs typeface="Nunito"/>
                <a:sym typeface="Nunito"/>
              </a:rPr>
              <a:t>MATH 4341 : Linear Algebra</a:t>
            </a:r>
            <a:endParaRPr b="0" sz="2500">
              <a:solidFill>
                <a:schemeClr val="accent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38" name="Google Shape;138;p25"/>
          <p:cNvSpPr txBox="1"/>
          <p:nvPr>
            <p:ph idx="1" type="subTitle"/>
          </p:nvPr>
        </p:nvSpPr>
        <p:spPr>
          <a:xfrm>
            <a:off x="1139550" y="3125700"/>
            <a:ext cx="6864900" cy="56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/>
              <a:t>Aashnan Rahman</a:t>
            </a:r>
            <a:endParaRPr b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Junior Lecturer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/>
              <a:t>Department of Computer Science and Engineering (CSE</a:t>
            </a:r>
            <a:r>
              <a:rPr lang="es" sz="1300"/>
              <a:t>)</a:t>
            </a:r>
            <a:endParaRPr sz="13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/>
              <a:t>Islamic University of Technology</a:t>
            </a:r>
            <a:endParaRPr sz="1300"/>
          </a:p>
        </p:txBody>
      </p:sp>
      <p:cxnSp>
        <p:nvCxnSpPr>
          <p:cNvPr id="139" name="Google Shape;139;p25"/>
          <p:cNvCxnSpPr/>
          <p:nvPr/>
        </p:nvCxnSpPr>
        <p:spPr>
          <a:xfrm>
            <a:off x="2608341" y="2934643"/>
            <a:ext cx="39273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6"/>
          <p:cNvSpPr txBox="1"/>
          <p:nvPr>
            <p:ph idx="8" type="title"/>
          </p:nvPr>
        </p:nvSpPr>
        <p:spPr>
          <a:xfrm>
            <a:off x="720000" y="365925"/>
            <a:ext cx="7878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Orthogonal Matrices</a:t>
            </a:r>
            <a:endParaRPr sz="2300"/>
          </a:p>
        </p:txBody>
      </p:sp>
      <p:cxnSp>
        <p:nvCxnSpPr>
          <p:cNvPr id="145" name="Google Shape;145;p26"/>
          <p:cNvCxnSpPr/>
          <p:nvPr/>
        </p:nvCxnSpPr>
        <p:spPr>
          <a:xfrm>
            <a:off x="802850" y="1121926"/>
            <a:ext cx="75255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6" name="Google Shape;146;p26"/>
          <p:cNvSpPr txBox="1"/>
          <p:nvPr/>
        </p:nvSpPr>
        <p:spPr>
          <a:xfrm>
            <a:off x="822250" y="1392350"/>
            <a:ext cx="5515200" cy="40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900">
                <a:solidFill>
                  <a:srgbClr val="4A86E8"/>
                </a:solidFill>
                <a:latin typeface="Nunito"/>
                <a:ea typeface="Nunito"/>
                <a:cs typeface="Nunito"/>
                <a:sym typeface="Nunito"/>
              </a:rPr>
              <a:t>Theorem</a:t>
            </a:r>
            <a:endParaRPr b="1" sz="1900">
              <a:solidFill>
                <a:srgbClr val="4A86E8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47" name="Google Shape;147;p26"/>
          <p:cNvSpPr txBox="1"/>
          <p:nvPr/>
        </p:nvSpPr>
        <p:spPr>
          <a:xfrm>
            <a:off x="822250" y="1849550"/>
            <a:ext cx="7525500" cy="40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Columns are </a:t>
            </a:r>
            <a:r>
              <a:rPr b="1" lang="es" sz="19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independent</a:t>
            </a:r>
            <a:r>
              <a:rPr lang="es" sz="19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es" sz="19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if they are </a:t>
            </a:r>
            <a:r>
              <a:rPr b="1" lang="es" sz="19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perpendicular unit vectors</a:t>
            </a:r>
            <a:endParaRPr b="1" sz="19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7"/>
          <p:cNvSpPr txBox="1"/>
          <p:nvPr>
            <p:ph idx="8" type="title"/>
          </p:nvPr>
        </p:nvSpPr>
        <p:spPr>
          <a:xfrm>
            <a:off x="720000" y="365925"/>
            <a:ext cx="7878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Orthogonal Matrices</a:t>
            </a:r>
            <a:endParaRPr sz="2300"/>
          </a:p>
        </p:txBody>
      </p:sp>
      <p:cxnSp>
        <p:nvCxnSpPr>
          <p:cNvPr id="153" name="Google Shape;153;p27"/>
          <p:cNvCxnSpPr/>
          <p:nvPr/>
        </p:nvCxnSpPr>
        <p:spPr>
          <a:xfrm>
            <a:off x="802850" y="1121926"/>
            <a:ext cx="75255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4" name="Google Shape;154;p27"/>
          <p:cNvCxnSpPr/>
          <p:nvPr/>
        </p:nvCxnSpPr>
        <p:spPr>
          <a:xfrm rot="10800000">
            <a:off x="1901800" y="1676625"/>
            <a:ext cx="0" cy="1287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5" name="Google Shape;155;p27"/>
          <p:cNvCxnSpPr/>
          <p:nvPr/>
        </p:nvCxnSpPr>
        <p:spPr>
          <a:xfrm>
            <a:off x="1901800" y="2969000"/>
            <a:ext cx="1324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6" name="Google Shape;156;p27"/>
          <p:cNvCxnSpPr/>
          <p:nvPr/>
        </p:nvCxnSpPr>
        <p:spPr>
          <a:xfrm flipH="1">
            <a:off x="910900" y="2963625"/>
            <a:ext cx="990900" cy="727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7" name="Google Shape;157;p27"/>
          <p:cNvSpPr txBox="1"/>
          <p:nvPr/>
        </p:nvSpPr>
        <p:spPr>
          <a:xfrm>
            <a:off x="2986492" y="2240775"/>
            <a:ext cx="216600" cy="5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0</a:t>
            </a:r>
            <a:endParaRPr sz="11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1</a:t>
            </a:r>
            <a:endParaRPr sz="11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0</a:t>
            </a:r>
            <a:endParaRPr sz="11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58" name="Google Shape;158;p27"/>
          <p:cNvSpPr/>
          <p:nvPr/>
        </p:nvSpPr>
        <p:spPr>
          <a:xfrm>
            <a:off x="2965208" y="2267704"/>
            <a:ext cx="291300" cy="615900"/>
          </a:xfrm>
          <a:prstGeom prst="bracketPair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59" name="Google Shape;159;p27"/>
          <p:cNvSpPr txBox="1"/>
          <p:nvPr/>
        </p:nvSpPr>
        <p:spPr>
          <a:xfrm>
            <a:off x="1512367" y="1676625"/>
            <a:ext cx="216600" cy="5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1</a:t>
            </a:r>
            <a:endParaRPr sz="11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0</a:t>
            </a:r>
            <a:endParaRPr sz="11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0</a:t>
            </a:r>
            <a:endParaRPr sz="11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60" name="Google Shape;160;p27"/>
          <p:cNvSpPr/>
          <p:nvPr/>
        </p:nvSpPr>
        <p:spPr>
          <a:xfrm>
            <a:off x="1496468" y="1708940"/>
            <a:ext cx="291300" cy="615900"/>
          </a:xfrm>
          <a:prstGeom prst="bracketPair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61" name="Google Shape;161;p27"/>
          <p:cNvSpPr txBox="1"/>
          <p:nvPr/>
        </p:nvSpPr>
        <p:spPr>
          <a:xfrm>
            <a:off x="674167" y="2972025"/>
            <a:ext cx="216600" cy="5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0</a:t>
            </a:r>
            <a:endParaRPr sz="11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0</a:t>
            </a:r>
            <a:endParaRPr sz="11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1</a:t>
            </a:r>
            <a:endParaRPr sz="11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62" name="Google Shape;162;p27"/>
          <p:cNvSpPr/>
          <p:nvPr/>
        </p:nvSpPr>
        <p:spPr>
          <a:xfrm>
            <a:off x="647497" y="2998954"/>
            <a:ext cx="291300" cy="615900"/>
          </a:xfrm>
          <a:prstGeom prst="bracketPair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63" name="Google Shape;163;p27"/>
          <p:cNvSpPr txBox="1"/>
          <p:nvPr/>
        </p:nvSpPr>
        <p:spPr>
          <a:xfrm>
            <a:off x="4990900" y="1520000"/>
            <a:ext cx="678600" cy="25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u="sng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Ortho</a:t>
            </a:r>
            <a:endParaRPr b="1" u="sng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64" name="Google Shape;164;p27"/>
          <p:cNvSpPr txBox="1"/>
          <p:nvPr/>
        </p:nvSpPr>
        <p:spPr>
          <a:xfrm>
            <a:off x="5524300" y="1520000"/>
            <a:ext cx="2105700" cy="25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– </a:t>
            </a:r>
            <a:r>
              <a:rPr b="1" lang="es" u="sng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normal vectors </a:t>
            </a:r>
            <a:r>
              <a:rPr b="1" lang="es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(q</a:t>
            </a:r>
            <a:r>
              <a:rPr b="1" baseline="-25000" lang="es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i</a:t>
            </a:r>
            <a:r>
              <a:rPr b="1" lang="es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)</a:t>
            </a:r>
            <a:endParaRPr b="1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65" name="Google Shape;165;p27"/>
          <p:cNvSpPr txBox="1"/>
          <p:nvPr/>
        </p:nvSpPr>
        <p:spPr>
          <a:xfrm>
            <a:off x="5448100" y="2586800"/>
            <a:ext cx="3747900" cy="25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Orthogonal (perpendicular) to each other</a:t>
            </a:r>
            <a:endParaRPr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cxnSp>
        <p:nvCxnSpPr>
          <p:cNvPr id="166" name="Google Shape;166;p27"/>
          <p:cNvCxnSpPr/>
          <p:nvPr/>
        </p:nvCxnSpPr>
        <p:spPr>
          <a:xfrm>
            <a:off x="5249422" y="2799450"/>
            <a:ext cx="2745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7" name="Google Shape;167;p27"/>
          <p:cNvCxnSpPr/>
          <p:nvPr/>
        </p:nvCxnSpPr>
        <p:spPr>
          <a:xfrm rot="10800000">
            <a:off x="5249425" y="1883250"/>
            <a:ext cx="0" cy="921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8" name="Google Shape;168;p27"/>
          <p:cNvSpPr txBox="1"/>
          <p:nvPr/>
        </p:nvSpPr>
        <p:spPr>
          <a:xfrm>
            <a:off x="6286300" y="2167301"/>
            <a:ext cx="3747900" cy="25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Unit vectors (value = 1)</a:t>
            </a:r>
            <a:endParaRPr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cxnSp>
        <p:nvCxnSpPr>
          <p:cNvPr id="169" name="Google Shape;169;p27"/>
          <p:cNvCxnSpPr/>
          <p:nvPr/>
        </p:nvCxnSpPr>
        <p:spPr>
          <a:xfrm>
            <a:off x="6026572" y="2357225"/>
            <a:ext cx="2745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0" name="Google Shape;170;p27"/>
          <p:cNvCxnSpPr/>
          <p:nvPr/>
        </p:nvCxnSpPr>
        <p:spPr>
          <a:xfrm rot="10800000">
            <a:off x="6026575" y="1902425"/>
            <a:ext cx="0" cy="45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8"/>
          <p:cNvSpPr txBox="1"/>
          <p:nvPr>
            <p:ph idx="8" type="title"/>
          </p:nvPr>
        </p:nvSpPr>
        <p:spPr>
          <a:xfrm>
            <a:off x="720000" y="365925"/>
            <a:ext cx="7878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Ortho</a:t>
            </a:r>
            <a:r>
              <a:rPr lang="es"/>
              <a:t>gonal</a:t>
            </a:r>
            <a:r>
              <a:rPr lang="es"/>
              <a:t> Matrices</a:t>
            </a:r>
            <a:endParaRPr sz="2300"/>
          </a:p>
        </p:txBody>
      </p:sp>
      <p:cxnSp>
        <p:nvCxnSpPr>
          <p:cNvPr id="176" name="Google Shape;176;p28"/>
          <p:cNvCxnSpPr/>
          <p:nvPr/>
        </p:nvCxnSpPr>
        <p:spPr>
          <a:xfrm>
            <a:off x="802850" y="1121926"/>
            <a:ext cx="75255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7" name="Google Shape;177;p28"/>
          <p:cNvSpPr txBox="1"/>
          <p:nvPr/>
        </p:nvSpPr>
        <p:spPr>
          <a:xfrm>
            <a:off x="822250" y="1392350"/>
            <a:ext cx="5515200" cy="40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900" u="sng">
                <a:solidFill>
                  <a:srgbClr val="4A86E8"/>
                </a:solidFill>
                <a:latin typeface="Nunito"/>
                <a:ea typeface="Nunito"/>
                <a:cs typeface="Nunito"/>
                <a:sym typeface="Nunito"/>
              </a:rPr>
              <a:t>Property</a:t>
            </a:r>
            <a:endParaRPr b="1" sz="1900" u="sng">
              <a:solidFill>
                <a:srgbClr val="4A86E8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78" name="Google Shape;178;p28"/>
          <p:cNvSpPr txBox="1"/>
          <p:nvPr/>
        </p:nvSpPr>
        <p:spPr>
          <a:xfrm>
            <a:off x="1060425" y="2320300"/>
            <a:ext cx="624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q</a:t>
            </a:r>
            <a:r>
              <a:rPr b="1" baseline="-25000" lang="es" sz="16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i</a:t>
            </a:r>
            <a:r>
              <a:rPr b="1" baseline="30000" lang="es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T</a:t>
            </a:r>
            <a:r>
              <a:rPr b="1" lang="es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.q</a:t>
            </a:r>
            <a:r>
              <a:rPr b="1" baseline="-25000" lang="es" sz="16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j</a:t>
            </a:r>
            <a:endParaRPr b="1" sz="16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79" name="Google Shape;179;p28"/>
          <p:cNvSpPr txBox="1"/>
          <p:nvPr/>
        </p:nvSpPr>
        <p:spPr>
          <a:xfrm>
            <a:off x="1561505" y="2374950"/>
            <a:ext cx="278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=</a:t>
            </a:r>
            <a:endParaRPr b="1" sz="16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80" name="Google Shape;180;p28"/>
          <p:cNvSpPr/>
          <p:nvPr/>
        </p:nvSpPr>
        <p:spPr>
          <a:xfrm>
            <a:off x="1867303" y="2244919"/>
            <a:ext cx="143700" cy="7002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81" name="Google Shape;181;p28"/>
          <p:cNvSpPr txBox="1"/>
          <p:nvPr/>
        </p:nvSpPr>
        <p:spPr>
          <a:xfrm>
            <a:off x="2090900" y="2113250"/>
            <a:ext cx="888600" cy="23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0   ,  i ≠ j</a:t>
            </a:r>
            <a:endParaRPr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82" name="Google Shape;182;p28"/>
          <p:cNvSpPr txBox="1"/>
          <p:nvPr/>
        </p:nvSpPr>
        <p:spPr>
          <a:xfrm>
            <a:off x="2090900" y="2646650"/>
            <a:ext cx="888600" cy="23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1</a:t>
            </a:r>
            <a:r>
              <a:rPr lang="es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  ,  i = j</a:t>
            </a:r>
            <a:endParaRPr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9"/>
          <p:cNvSpPr txBox="1"/>
          <p:nvPr>
            <p:ph idx="8" type="title"/>
          </p:nvPr>
        </p:nvSpPr>
        <p:spPr>
          <a:xfrm>
            <a:off x="720000" y="365925"/>
            <a:ext cx="7878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Orthogonal Matrices</a:t>
            </a:r>
            <a:endParaRPr sz="2300"/>
          </a:p>
        </p:txBody>
      </p:sp>
      <p:cxnSp>
        <p:nvCxnSpPr>
          <p:cNvPr id="188" name="Google Shape;188;p29"/>
          <p:cNvCxnSpPr/>
          <p:nvPr/>
        </p:nvCxnSpPr>
        <p:spPr>
          <a:xfrm>
            <a:off x="802850" y="1121926"/>
            <a:ext cx="75255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9" name="Google Shape;189;p29"/>
          <p:cNvSpPr txBox="1"/>
          <p:nvPr/>
        </p:nvSpPr>
        <p:spPr>
          <a:xfrm>
            <a:off x="822250" y="1392350"/>
            <a:ext cx="5515200" cy="40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900" u="sng">
                <a:solidFill>
                  <a:srgbClr val="4A86E8"/>
                </a:solidFill>
                <a:latin typeface="Nunito"/>
                <a:ea typeface="Nunito"/>
                <a:cs typeface="Nunito"/>
                <a:sym typeface="Nunito"/>
              </a:rPr>
              <a:t>Orthonormal Matrix</a:t>
            </a:r>
            <a:endParaRPr b="1" sz="1900" u="sng">
              <a:solidFill>
                <a:srgbClr val="4A86E8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90" name="Google Shape;190;p29"/>
          <p:cNvSpPr txBox="1"/>
          <p:nvPr/>
        </p:nvSpPr>
        <p:spPr>
          <a:xfrm>
            <a:off x="984225" y="2625100"/>
            <a:ext cx="2261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Orthonormal Matrix, Q = </a:t>
            </a:r>
            <a:endParaRPr b="1" sz="16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91" name="Google Shape;191;p29"/>
          <p:cNvSpPr/>
          <p:nvPr/>
        </p:nvSpPr>
        <p:spPr>
          <a:xfrm>
            <a:off x="3288975" y="2074035"/>
            <a:ext cx="150900" cy="1541400"/>
          </a:xfrm>
          <a:prstGeom prst="leftBracket">
            <a:avLst>
              <a:gd fmla="val 8333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92" name="Google Shape;192;p29"/>
          <p:cNvSpPr txBox="1"/>
          <p:nvPr/>
        </p:nvSpPr>
        <p:spPr>
          <a:xfrm>
            <a:off x="3363576" y="2612350"/>
            <a:ext cx="3711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q</a:t>
            </a:r>
            <a:r>
              <a:rPr b="1" baseline="-25000" lang="es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1    </a:t>
            </a:r>
            <a:r>
              <a:rPr b="1" lang="es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q</a:t>
            </a:r>
            <a:r>
              <a:rPr b="1" baseline="-25000" lang="es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2    </a:t>
            </a:r>
            <a:r>
              <a:rPr b="1" lang="es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q</a:t>
            </a:r>
            <a:r>
              <a:rPr b="1" baseline="-25000" lang="es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3      . . . . . . . . . . . . . .   </a:t>
            </a:r>
            <a:r>
              <a:rPr b="1" lang="es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q</a:t>
            </a:r>
            <a:r>
              <a:rPr b="1" baseline="-25000" lang="es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n                                  </a:t>
            </a:r>
            <a:endParaRPr b="1" baseline="-25000" sz="16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grpSp>
        <p:nvGrpSpPr>
          <p:cNvPr id="193" name="Google Shape;193;p29"/>
          <p:cNvGrpSpPr/>
          <p:nvPr/>
        </p:nvGrpSpPr>
        <p:grpSpPr>
          <a:xfrm>
            <a:off x="3524954" y="2077231"/>
            <a:ext cx="5386" cy="1553545"/>
            <a:chOff x="3524954" y="2097175"/>
            <a:chExt cx="5386" cy="1553545"/>
          </a:xfrm>
        </p:grpSpPr>
        <p:cxnSp>
          <p:nvCxnSpPr>
            <p:cNvPr id="194" name="Google Shape;194;p29"/>
            <p:cNvCxnSpPr/>
            <p:nvPr/>
          </p:nvCxnSpPr>
          <p:spPr>
            <a:xfrm rot="10800000">
              <a:off x="3524954" y="2097175"/>
              <a:ext cx="0" cy="6141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95" name="Google Shape;195;p29"/>
            <p:cNvCxnSpPr/>
            <p:nvPr/>
          </p:nvCxnSpPr>
          <p:spPr>
            <a:xfrm>
              <a:off x="3530340" y="2999120"/>
              <a:ext cx="0" cy="6516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grpSp>
        <p:nvGrpSpPr>
          <p:cNvPr id="196" name="Google Shape;196;p29"/>
          <p:cNvGrpSpPr/>
          <p:nvPr/>
        </p:nvGrpSpPr>
        <p:grpSpPr>
          <a:xfrm>
            <a:off x="3813597" y="2077231"/>
            <a:ext cx="5386" cy="1553545"/>
            <a:chOff x="3753554" y="2097175"/>
            <a:chExt cx="5386" cy="1553545"/>
          </a:xfrm>
        </p:grpSpPr>
        <p:cxnSp>
          <p:nvCxnSpPr>
            <p:cNvPr id="197" name="Google Shape;197;p29"/>
            <p:cNvCxnSpPr/>
            <p:nvPr/>
          </p:nvCxnSpPr>
          <p:spPr>
            <a:xfrm rot="10800000">
              <a:off x="3753554" y="2097175"/>
              <a:ext cx="0" cy="6141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98" name="Google Shape;198;p29"/>
            <p:cNvCxnSpPr/>
            <p:nvPr/>
          </p:nvCxnSpPr>
          <p:spPr>
            <a:xfrm>
              <a:off x="3758940" y="2999120"/>
              <a:ext cx="0" cy="6516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grpSp>
        <p:nvGrpSpPr>
          <p:cNvPr id="199" name="Google Shape;199;p29"/>
          <p:cNvGrpSpPr/>
          <p:nvPr/>
        </p:nvGrpSpPr>
        <p:grpSpPr>
          <a:xfrm>
            <a:off x="4118397" y="2077231"/>
            <a:ext cx="5386" cy="1553545"/>
            <a:chOff x="3753554" y="2097175"/>
            <a:chExt cx="5386" cy="1553545"/>
          </a:xfrm>
        </p:grpSpPr>
        <p:cxnSp>
          <p:nvCxnSpPr>
            <p:cNvPr id="200" name="Google Shape;200;p29"/>
            <p:cNvCxnSpPr/>
            <p:nvPr/>
          </p:nvCxnSpPr>
          <p:spPr>
            <a:xfrm rot="10800000">
              <a:off x="3753554" y="2097175"/>
              <a:ext cx="0" cy="6141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01" name="Google Shape;201;p29"/>
            <p:cNvCxnSpPr/>
            <p:nvPr/>
          </p:nvCxnSpPr>
          <p:spPr>
            <a:xfrm>
              <a:off x="3758940" y="2999120"/>
              <a:ext cx="0" cy="6516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grpSp>
        <p:nvGrpSpPr>
          <p:cNvPr id="202" name="Google Shape;202;p29"/>
          <p:cNvGrpSpPr/>
          <p:nvPr/>
        </p:nvGrpSpPr>
        <p:grpSpPr>
          <a:xfrm>
            <a:off x="5270972" y="2077231"/>
            <a:ext cx="5386" cy="1553545"/>
            <a:chOff x="3753554" y="2097175"/>
            <a:chExt cx="5386" cy="1553545"/>
          </a:xfrm>
        </p:grpSpPr>
        <p:cxnSp>
          <p:nvCxnSpPr>
            <p:cNvPr id="203" name="Google Shape;203;p29"/>
            <p:cNvCxnSpPr/>
            <p:nvPr/>
          </p:nvCxnSpPr>
          <p:spPr>
            <a:xfrm rot="10800000">
              <a:off x="3753554" y="2097175"/>
              <a:ext cx="0" cy="6141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04" name="Google Shape;204;p29"/>
            <p:cNvCxnSpPr/>
            <p:nvPr/>
          </p:nvCxnSpPr>
          <p:spPr>
            <a:xfrm>
              <a:off x="3758940" y="2999120"/>
              <a:ext cx="0" cy="6516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205" name="Google Shape;205;p29"/>
          <p:cNvSpPr/>
          <p:nvPr/>
        </p:nvSpPr>
        <p:spPr>
          <a:xfrm flipH="1">
            <a:off x="5352675" y="2074025"/>
            <a:ext cx="222300" cy="1541400"/>
          </a:xfrm>
          <a:prstGeom prst="leftBracket">
            <a:avLst>
              <a:gd fmla="val 8333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0"/>
          <p:cNvSpPr txBox="1"/>
          <p:nvPr>
            <p:ph idx="8" type="title"/>
          </p:nvPr>
        </p:nvSpPr>
        <p:spPr>
          <a:xfrm>
            <a:off x="720000" y="365925"/>
            <a:ext cx="7878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Orthogonal Matrices</a:t>
            </a:r>
            <a:endParaRPr sz="2300"/>
          </a:p>
        </p:txBody>
      </p:sp>
      <p:cxnSp>
        <p:nvCxnSpPr>
          <p:cNvPr id="211" name="Google Shape;211;p30"/>
          <p:cNvCxnSpPr/>
          <p:nvPr/>
        </p:nvCxnSpPr>
        <p:spPr>
          <a:xfrm>
            <a:off x="802850" y="1121926"/>
            <a:ext cx="75255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2" name="Google Shape;212;p30"/>
          <p:cNvSpPr txBox="1"/>
          <p:nvPr/>
        </p:nvSpPr>
        <p:spPr>
          <a:xfrm>
            <a:off x="822250" y="1392350"/>
            <a:ext cx="5515200" cy="40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900" u="sng">
                <a:solidFill>
                  <a:srgbClr val="4A86E8"/>
                </a:solidFill>
                <a:latin typeface="Nunito"/>
                <a:ea typeface="Nunito"/>
                <a:cs typeface="Nunito"/>
                <a:sym typeface="Nunito"/>
              </a:rPr>
              <a:t>Orthogonal Matrix</a:t>
            </a:r>
            <a:endParaRPr b="1" sz="1900" u="sng">
              <a:solidFill>
                <a:srgbClr val="4A86E8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13" name="Google Shape;213;p30"/>
          <p:cNvSpPr txBox="1"/>
          <p:nvPr/>
        </p:nvSpPr>
        <p:spPr>
          <a:xfrm>
            <a:off x="831825" y="1939300"/>
            <a:ext cx="7229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If the orthonormal matrix is a </a:t>
            </a:r>
            <a:r>
              <a:rPr b="1" lang="es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square matrix </a:t>
            </a:r>
            <a:r>
              <a:rPr lang="es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it is termed as - </a:t>
            </a:r>
            <a:r>
              <a:rPr b="1" lang="es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Orthogonal Matrix</a:t>
            </a:r>
            <a:endParaRPr b="1" sz="16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1"/>
          <p:cNvSpPr txBox="1"/>
          <p:nvPr>
            <p:ph idx="8" type="title"/>
          </p:nvPr>
        </p:nvSpPr>
        <p:spPr>
          <a:xfrm>
            <a:off x="720000" y="365925"/>
            <a:ext cx="7878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Orthogonal Matrices</a:t>
            </a:r>
            <a:endParaRPr sz="2300"/>
          </a:p>
        </p:txBody>
      </p:sp>
      <p:cxnSp>
        <p:nvCxnSpPr>
          <p:cNvPr id="219" name="Google Shape;219;p31"/>
          <p:cNvCxnSpPr/>
          <p:nvPr/>
        </p:nvCxnSpPr>
        <p:spPr>
          <a:xfrm>
            <a:off x="802850" y="1121926"/>
            <a:ext cx="75255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0" name="Google Shape;220;p31"/>
          <p:cNvSpPr txBox="1"/>
          <p:nvPr/>
        </p:nvSpPr>
        <p:spPr>
          <a:xfrm>
            <a:off x="822250" y="1239950"/>
            <a:ext cx="1260300" cy="40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900" u="sng">
                <a:solidFill>
                  <a:srgbClr val="4A86E8"/>
                </a:solidFill>
                <a:latin typeface="Nunito"/>
                <a:ea typeface="Nunito"/>
                <a:cs typeface="Nunito"/>
                <a:sym typeface="Nunito"/>
              </a:rPr>
              <a:t>Property</a:t>
            </a:r>
            <a:endParaRPr b="1" sz="1900" u="sng">
              <a:solidFill>
                <a:srgbClr val="4A86E8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21" name="Google Shape;221;p31"/>
          <p:cNvSpPr txBox="1"/>
          <p:nvPr/>
        </p:nvSpPr>
        <p:spPr>
          <a:xfrm>
            <a:off x="831825" y="2244100"/>
            <a:ext cx="723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Q</a:t>
            </a:r>
            <a:r>
              <a:rPr b="1" baseline="30000" lang="es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T</a:t>
            </a:r>
            <a:r>
              <a:rPr b="1" lang="es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.Q = </a:t>
            </a:r>
            <a:endParaRPr b="1" sz="16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22" name="Google Shape;222;p31"/>
          <p:cNvSpPr/>
          <p:nvPr/>
        </p:nvSpPr>
        <p:spPr>
          <a:xfrm>
            <a:off x="4203375" y="1693035"/>
            <a:ext cx="150900" cy="1541400"/>
          </a:xfrm>
          <a:prstGeom prst="leftBracket">
            <a:avLst>
              <a:gd fmla="val 8333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23" name="Google Shape;223;p31"/>
          <p:cNvSpPr txBox="1"/>
          <p:nvPr/>
        </p:nvSpPr>
        <p:spPr>
          <a:xfrm>
            <a:off x="4277975" y="2231350"/>
            <a:ext cx="2117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q</a:t>
            </a:r>
            <a:r>
              <a:rPr b="1" baseline="-25000" lang="es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1    </a:t>
            </a:r>
            <a:r>
              <a:rPr b="1" lang="es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q</a:t>
            </a:r>
            <a:r>
              <a:rPr b="1" baseline="-25000" lang="es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2    </a:t>
            </a:r>
            <a:r>
              <a:rPr b="1" lang="es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q</a:t>
            </a:r>
            <a:r>
              <a:rPr b="1" baseline="-25000" lang="es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3      . . . . . . . . . . . . . .   </a:t>
            </a:r>
            <a:r>
              <a:rPr b="1" lang="es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q</a:t>
            </a:r>
            <a:r>
              <a:rPr b="1" baseline="-25000" lang="es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n                                  </a:t>
            </a:r>
            <a:endParaRPr b="1" baseline="-25000" sz="16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grpSp>
        <p:nvGrpSpPr>
          <p:cNvPr id="224" name="Google Shape;224;p31"/>
          <p:cNvGrpSpPr/>
          <p:nvPr/>
        </p:nvGrpSpPr>
        <p:grpSpPr>
          <a:xfrm>
            <a:off x="4439354" y="1696231"/>
            <a:ext cx="5386" cy="1553545"/>
            <a:chOff x="3524954" y="2097175"/>
            <a:chExt cx="5386" cy="1553545"/>
          </a:xfrm>
        </p:grpSpPr>
        <p:cxnSp>
          <p:nvCxnSpPr>
            <p:cNvPr id="225" name="Google Shape;225;p31"/>
            <p:cNvCxnSpPr/>
            <p:nvPr/>
          </p:nvCxnSpPr>
          <p:spPr>
            <a:xfrm rot="10800000">
              <a:off x="3524954" y="2097175"/>
              <a:ext cx="0" cy="6141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26" name="Google Shape;226;p31"/>
            <p:cNvCxnSpPr/>
            <p:nvPr/>
          </p:nvCxnSpPr>
          <p:spPr>
            <a:xfrm>
              <a:off x="3530340" y="2999120"/>
              <a:ext cx="0" cy="6516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grpSp>
        <p:nvGrpSpPr>
          <p:cNvPr id="227" name="Google Shape;227;p31"/>
          <p:cNvGrpSpPr/>
          <p:nvPr/>
        </p:nvGrpSpPr>
        <p:grpSpPr>
          <a:xfrm>
            <a:off x="4727997" y="1696231"/>
            <a:ext cx="5386" cy="1553545"/>
            <a:chOff x="3753554" y="2097175"/>
            <a:chExt cx="5386" cy="1553545"/>
          </a:xfrm>
        </p:grpSpPr>
        <p:cxnSp>
          <p:nvCxnSpPr>
            <p:cNvPr id="228" name="Google Shape;228;p31"/>
            <p:cNvCxnSpPr/>
            <p:nvPr/>
          </p:nvCxnSpPr>
          <p:spPr>
            <a:xfrm rot="10800000">
              <a:off x="3753554" y="2097175"/>
              <a:ext cx="0" cy="6141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29" name="Google Shape;229;p31"/>
            <p:cNvCxnSpPr/>
            <p:nvPr/>
          </p:nvCxnSpPr>
          <p:spPr>
            <a:xfrm>
              <a:off x="3758940" y="2999120"/>
              <a:ext cx="0" cy="6516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grpSp>
        <p:nvGrpSpPr>
          <p:cNvPr id="230" name="Google Shape;230;p31"/>
          <p:cNvGrpSpPr/>
          <p:nvPr/>
        </p:nvGrpSpPr>
        <p:grpSpPr>
          <a:xfrm>
            <a:off x="5032797" y="1696231"/>
            <a:ext cx="5386" cy="1553545"/>
            <a:chOff x="3753554" y="2097175"/>
            <a:chExt cx="5386" cy="1553545"/>
          </a:xfrm>
        </p:grpSpPr>
        <p:cxnSp>
          <p:nvCxnSpPr>
            <p:cNvPr id="231" name="Google Shape;231;p31"/>
            <p:cNvCxnSpPr/>
            <p:nvPr/>
          </p:nvCxnSpPr>
          <p:spPr>
            <a:xfrm rot="10800000">
              <a:off x="3753554" y="2097175"/>
              <a:ext cx="0" cy="6141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32" name="Google Shape;232;p31"/>
            <p:cNvCxnSpPr/>
            <p:nvPr/>
          </p:nvCxnSpPr>
          <p:spPr>
            <a:xfrm>
              <a:off x="3758940" y="2999120"/>
              <a:ext cx="0" cy="6516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grpSp>
        <p:nvGrpSpPr>
          <p:cNvPr id="233" name="Google Shape;233;p31"/>
          <p:cNvGrpSpPr/>
          <p:nvPr/>
        </p:nvGrpSpPr>
        <p:grpSpPr>
          <a:xfrm>
            <a:off x="6185372" y="1696231"/>
            <a:ext cx="5386" cy="1553545"/>
            <a:chOff x="3753554" y="2097175"/>
            <a:chExt cx="5386" cy="1553545"/>
          </a:xfrm>
        </p:grpSpPr>
        <p:cxnSp>
          <p:nvCxnSpPr>
            <p:cNvPr id="234" name="Google Shape;234;p31"/>
            <p:cNvCxnSpPr/>
            <p:nvPr/>
          </p:nvCxnSpPr>
          <p:spPr>
            <a:xfrm rot="10800000">
              <a:off x="3753554" y="2097175"/>
              <a:ext cx="0" cy="6141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35" name="Google Shape;235;p31"/>
            <p:cNvCxnSpPr/>
            <p:nvPr/>
          </p:nvCxnSpPr>
          <p:spPr>
            <a:xfrm>
              <a:off x="3758940" y="2999120"/>
              <a:ext cx="0" cy="6516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236" name="Google Shape;236;p31"/>
          <p:cNvSpPr/>
          <p:nvPr/>
        </p:nvSpPr>
        <p:spPr>
          <a:xfrm flipH="1">
            <a:off x="6267075" y="1693025"/>
            <a:ext cx="222300" cy="1541400"/>
          </a:xfrm>
          <a:prstGeom prst="leftBracket">
            <a:avLst>
              <a:gd fmla="val 8333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37" name="Google Shape;237;p31"/>
          <p:cNvSpPr/>
          <p:nvPr/>
        </p:nvSpPr>
        <p:spPr>
          <a:xfrm>
            <a:off x="1688775" y="1693035"/>
            <a:ext cx="150900" cy="1541400"/>
          </a:xfrm>
          <a:prstGeom prst="leftBracket">
            <a:avLst>
              <a:gd fmla="val 8333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38" name="Google Shape;238;p31"/>
          <p:cNvSpPr/>
          <p:nvPr/>
        </p:nvSpPr>
        <p:spPr>
          <a:xfrm flipH="1">
            <a:off x="3752475" y="1693025"/>
            <a:ext cx="222300" cy="1541400"/>
          </a:xfrm>
          <a:prstGeom prst="leftBracket">
            <a:avLst>
              <a:gd fmla="val 8333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39" name="Google Shape;239;p31"/>
          <p:cNvSpPr txBox="1"/>
          <p:nvPr/>
        </p:nvSpPr>
        <p:spPr>
          <a:xfrm>
            <a:off x="2685963" y="1725243"/>
            <a:ext cx="4509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q</a:t>
            </a:r>
            <a:r>
              <a:rPr b="1" baseline="-25000" lang="es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1   </a:t>
            </a:r>
            <a:endParaRPr b="1" baseline="-25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baseline="-25000" lang="es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b="1" lang="es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q</a:t>
            </a:r>
            <a:r>
              <a:rPr b="1" baseline="-25000" lang="es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2   </a:t>
            </a:r>
            <a:endParaRPr b="1" baseline="-25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baseline="-25000" lang="es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b="1" lang="es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q</a:t>
            </a:r>
            <a:r>
              <a:rPr b="1" baseline="-25000" lang="es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3</a:t>
            </a:r>
            <a:endParaRPr b="1" baseline="-25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baseline="-25000" lang="es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  .</a:t>
            </a:r>
            <a:endParaRPr b="1" baseline="-25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baseline="-25000" lang="es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  .     </a:t>
            </a:r>
            <a:endParaRPr b="1" baseline="-25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baseline="-25000" lang="es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b="1" lang="es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q</a:t>
            </a:r>
            <a:r>
              <a:rPr b="1" baseline="-25000" lang="es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n                                  </a:t>
            </a:r>
            <a:endParaRPr b="1" baseline="-25000" sz="16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grpSp>
        <p:nvGrpSpPr>
          <p:cNvPr id="240" name="Google Shape;240;p31"/>
          <p:cNvGrpSpPr/>
          <p:nvPr/>
        </p:nvGrpSpPr>
        <p:grpSpPr>
          <a:xfrm rot="-5400000">
            <a:off x="2843111" y="885431"/>
            <a:ext cx="5986" cy="2154445"/>
            <a:chOff x="3524954" y="1747975"/>
            <a:chExt cx="5986" cy="2154445"/>
          </a:xfrm>
        </p:grpSpPr>
        <p:cxnSp>
          <p:nvCxnSpPr>
            <p:cNvPr id="241" name="Google Shape;241;p31"/>
            <p:cNvCxnSpPr/>
            <p:nvPr/>
          </p:nvCxnSpPr>
          <p:spPr>
            <a:xfrm rot="-5400000">
              <a:off x="3043304" y="2229625"/>
              <a:ext cx="9633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42" name="Google Shape;242;p31"/>
            <p:cNvCxnSpPr/>
            <p:nvPr/>
          </p:nvCxnSpPr>
          <p:spPr>
            <a:xfrm flipH="1" rot="-5400000">
              <a:off x="3078990" y="3450470"/>
              <a:ext cx="903300" cy="6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grpSp>
        <p:nvGrpSpPr>
          <p:cNvPr id="243" name="Google Shape;243;p31"/>
          <p:cNvGrpSpPr/>
          <p:nvPr/>
        </p:nvGrpSpPr>
        <p:grpSpPr>
          <a:xfrm rot="-5400000">
            <a:off x="2843111" y="1114031"/>
            <a:ext cx="5986" cy="2154445"/>
            <a:chOff x="3524954" y="1747975"/>
            <a:chExt cx="5986" cy="2154445"/>
          </a:xfrm>
        </p:grpSpPr>
        <p:cxnSp>
          <p:nvCxnSpPr>
            <p:cNvPr id="244" name="Google Shape;244;p31"/>
            <p:cNvCxnSpPr/>
            <p:nvPr/>
          </p:nvCxnSpPr>
          <p:spPr>
            <a:xfrm rot="-5400000">
              <a:off x="3043304" y="2229625"/>
              <a:ext cx="9633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45" name="Google Shape;245;p31"/>
            <p:cNvCxnSpPr/>
            <p:nvPr/>
          </p:nvCxnSpPr>
          <p:spPr>
            <a:xfrm flipH="1" rot="-5400000">
              <a:off x="3078990" y="3450470"/>
              <a:ext cx="903300" cy="6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grpSp>
        <p:nvGrpSpPr>
          <p:cNvPr id="246" name="Google Shape;246;p31"/>
          <p:cNvGrpSpPr/>
          <p:nvPr/>
        </p:nvGrpSpPr>
        <p:grpSpPr>
          <a:xfrm rot="-5400000">
            <a:off x="2843111" y="1342631"/>
            <a:ext cx="5986" cy="2154445"/>
            <a:chOff x="3524954" y="1747975"/>
            <a:chExt cx="5986" cy="2154445"/>
          </a:xfrm>
        </p:grpSpPr>
        <p:cxnSp>
          <p:nvCxnSpPr>
            <p:cNvPr id="247" name="Google Shape;247;p31"/>
            <p:cNvCxnSpPr/>
            <p:nvPr/>
          </p:nvCxnSpPr>
          <p:spPr>
            <a:xfrm rot="-5400000">
              <a:off x="3043304" y="2229625"/>
              <a:ext cx="9633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48" name="Google Shape;248;p31"/>
            <p:cNvCxnSpPr/>
            <p:nvPr/>
          </p:nvCxnSpPr>
          <p:spPr>
            <a:xfrm flipH="1" rot="-5400000">
              <a:off x="3078990" y="3450470"/>
              <a:ext cx="903300" cy="6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grpSp>
        <p:nvGrpSpPr>
          <p:cNvPr id="249" name="Google Shape;249;p31"/>
          <p:cNvGrpSpPr/>
          <p:nvPr/>
        </p:nvGrpSpPr>
        <p:grpSpPr>
          <a:xfrm rot="-5400000">
            <a:off x="2843111" y="1952231"/>
            <a:ext cx="5986" cy="2154445"/>
            <a:chOff x="3524954" y="1747975"/>
            <a:chExt cx="5986" cy="2154445"/>
          </a:xfrm>
        </p:grpSpPr>
        <p:cxnSp>
          <p:nvCxnSpPr>
            <p:cNvPr id="250" name="Google Shape;250;p31"/>
            <p:cNvCxnSpPr/>
            <p:nvPr/>
          </p:nvCxnSpPr>
          <p:spPr>
            <a:xfrm rot="-5400000">
              <a:off x="3043304" y="2229625"/>
              <a:ext cx="9633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51" name="Google Shape;251;p31"/>
            <p:cNvCxnSpPr/>
            <p:nvPr/>
          </p:nvCxnSpPr>
          <p:spPr>
            <a:xfrm flipH="1" rot="-5400000">
              <a:off x="3078990" y="3450470"/>
              <a:ext cx="903300" cy="6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252" name="Google Shape;252;p31"/>
          <p:cNvSpPr txBox="1"/>
          <p:nvPr/>
        </p:nvSpPr>
        <p:spPr>
          <a:xfrm>
            <a:off x="6610057" y="2244100"/>
            <a:ext cx="346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= </a:t>
            </a:r>
            <a:endParaRPr b="1" sz="16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53" name="Google Shape;253;p31"/>
          <p:cNvSpPr/>
          <p:nvPr/>
        </p:nvSpPr>
        <p:spPr>
          <a:xfrm>
            <a:off x="6946575" y="1693035"/>
            <a:ext cx="150900" cy="1541400"/>
          </a:xfrm>
          <a:prstGeom prst="leftBracket">
            <a:avLst>
              <a:gd fmla="val 8333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54" name="Google Shape;254;p31"/>
          <p:cNvSpPr/>
          <p:nvPr/>
        </p:nvSpPr>
        <p:spPr>
          <a:xfrm flipH="1">
            <a:off x="8476875" y="1769225"/>
            <a:ext cx="222300" cy="1541400"/>
          </a:xfrm>
          <a:prstGeom prst="leftBracket">
            <a:avLst>
              <a:gd fmla="val 8333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55" name="Google Shape;255;p31"/>
          <p:cNvSpPr txBox="1"/>
          <p:nvPr/>
        </p:nvSpPr>
        <p:spPr>
          <a:xfrm>
            <a:off x="6991057" y="1710700"/>
            <a:ext cx="346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1</a:t>
            </a:r>
            <a:endParaRPr b="1" sz="16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56" name="Google Shape;256;p31"/>
          <p:cNvSpPr txBox="1"/>
          <p:nvPr/>
        </p:nvSpPr>
        <p:spPr>
          <a:xfrm>
            <a:off x="7235814" y="1923142"/>
            <a:ext cx="346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1</a:t>
            </a:r>
            <a:endParaRPr b="1" sz="16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57" name="Google Shape;257;p31"/>
          <p:cNvSpPr txBox="1"/>
          <p:nvPr/>
        </p:nvSpPr>
        <p:spPr>
          <a:xfrm>
            <a:off x="7524457" y="2167900"/>
            <a:ext cx="346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1</a:t>
            </a:r>
            <a:endParaRPr b="1" sz="16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58" name="Google Shape;258;p31"/>
          <p:cNvSpPr txBox="1"/>
          <p:nvPr/>
        </p:nvSpPr>
        <p:spPr>
          <a:xfrm>
            <a:off x="8362657" y="2929900"/>
            <a:ext cx="346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1</a:t>
            </a:r>
            <a:endParaRPr b="1" sz="16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59" name="Google Shape;259;p31"/>
          <p:cNvSpPr txBox="1"/>
          <p:nvPr/>
        </p:nvSpPr>
        <p:spPr>
          <a:xfrm>
            <a:off x="7829257" y="2396500"/>
            <a:ext cx="346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.</a:t>
            </a:r>
            <a:endParaRPr b="1" sz="16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60" name="Google Shape;260;p31"/>
          <p:cNvSpPr txBox="1"/>
          <p:nvPr/>
        </p:nvSpPr>
        <p:spPr>
          <a:xfrm>
            <a:off x="8134057" y="2625100"/>
            <a:ext cx="346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.</a:t>
            </a:r>
            <a:endParaRPr b="1" sz="16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61" name="Google Shape;261;p31"/>
          <p:cNvSpPr txBox="1"/>
          <p:nvPr/>
        </p:nvSpPr>
        <p:spPr>
          <a:xfrm>
            <a:off x="3657875" y="3681125"/>
            <a:ext cx="924900" cy="4002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Q</a:t>
            </a:r>
            <a:r>
              <a:rPr b="1" baseline="30000" lang="es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T</a:t>
            </a:r>
            <a:r>
              <a:rPr b="1" lang="es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.Q = </a:t>
            </a:r>
            <a:r>
              <a:rPr b="1" lang="es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</a:t>
            </a:r>
            <a:endParaRPr b="1"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62" name="Google Shape;262;p31"/>
          <p:cNvSpPr txBox="1"/>
          <p:nvPr/>
        </p:nvSpPr>
        <p:spPr>
          <a:xfrm>
            <a:off x="4834125" y="3681125"/>
            <a:ext cx="924900" cy="4002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Q</a:t>
            </a:r>
            <a:r>
              <a:rPr b="1" baseline="30000" lang="es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T</a:t>
            </a:r>
            <a:r>
              <a:rPr b="1" lang="es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= </a:t>
            </a:r>
            <a:r>
              <a:rPr b="1" lang="es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Q</a:t>
            </a:r>
            <a:r>
              <a:rPr b="1" baseline="30000" lang="es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-1</a:t>
            </a:r>
            <a:endParaRPr b="1" sz="16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63" name="Google Shape;263;p31"/>
          <p:cNvSpPr txBox="1"/>
          <p:nvPr/>
        </p:nvSpPr>
        <p:spPr>
          <a:xfrm>
            <a:off x="2590800" y="4343400"/>
            <a:ext cx="4380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All </a:t>
            </a:r>
            <a:r>
              <a:rPr b="1" lang="es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Permutation Matrices </a:t>
            </a:r>
            <a:r>
              <a:rPr lang="es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are Orthogonal Matrices</a:t>
            </a:r>
            <a:endParaRPr sz="16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32"/>
          <p:cNvSpPr txBox="1"/>
          <p:nvPr>
            <p:ph idx="8" type="title"/>
          </p:nvPr>
        </p:nvSpPr>
        <p:spPr>
          <a:xfrm>
            <a:off x="2273900" y="1137900"/>
            <a:ext cx="4771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4800"/>
              <a:t>Quick Questions</a:t>
            </a:r>
            <a:endParaRPr sz="4800"/>
          </a:p>
        </p:txBody>
      </p:sp>
      <p:sp>
        <p:nvSpPr>
          <p:cNvPr id="269" name="Google Shape;269;p32"/>
          <p:cNvSpPr txBox="1"/>
          <p:nvPr>
            <p:ph idx="8" type="title"/>
          </p:nvPr>
        </p:nvSpPr>
        <p:spPr>
          <a:xfrm>
            <a:off x="1664300" y="2204700"/>
            <a:ext cx="5507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4800"/>
              <a:t>Orthogonal or Not?</a:t>
            </a:r>
            <a:endParaRPr sz="4800"/>
          </a:p>
        </p:txBody>
      </p:sp>
      <p:cxnSp>
        <p:nvCxnSpPr>
          <p:cNvPr id="270" name="Google Shape;270;p32"/>
          <p:cNvCxnSpPr/>
          <p:nvPr/>
        </p:nvCxnSpPr>
        <p:spPr>
          <a:xfrm>
            <a:off x="802850" y="2036326"/>
            <a:ext cx="75255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271" name="Google Shape;271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54775" y="3271500"/>
            <a:ext cx="1410049" cy="14923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76" name="Google Shape;276;p33"/>
          <p:cNvCxnSpPr/>
          <p:nvPr/>
        </p:nvCxnSpPr>
        <p:spPr>
          <a:xfrm>
            <a:off x="4572000" y="310600"/>
            <a:ext cx="0" cy="4410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7" name="Google Shape;277;p33"/>
          <p:cNvCxnSpPr/>
          <p:nvPr/>
        </p:nvCxnSpPr>
        <p:spPr>
          <a:xfrm>
            <a:off x="350600" y="2348675"/>
            <a:ext cx="85557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8" name="Google Shape;278;p33"/>
          <p:cNvSpPr/>
          <p:nvPr/>
        </p:nvSpPr>
        <p:spPr>
          <a:xfrm>
            <a:off x="476961" y="798970"/>
            <a:ext cx="86700" cy="653400"/>
          </a:xfrm>
          <a:prstGeom prst="leftBracket">
            <a:avLst>
              <a:gd fmla="val 8333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79" name="Google Shape;279;p33"/>
          <p:cNvSpPr/>
          <p:nvPr/>
        </p:nvSpPr>
        <p:spPr>
          <a:xfrm flipH="1">
            <a:off x="1454904" y="798966"/>
            <a:ext cx="127500" cy="653400"/>
          </a:xfrm>
          <a:prstGeom prst="leftBracket">
            <a:avLst>
              <a:gd fmla="val 8333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80" name="Google Shape;280;p33"/>
          <p:cNvSpPr txBox="1"/>
          <p:nvPr/>
        </p:nvSpPr>
        <p:spPr>
          <a:xfrm>
            <a:off x="448211" y="799116"/>
            <a:ext cx="1224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cosӨ	   – sin</a:t>
            </a:r>
            <a:r>
              <a:rPr lang="es"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Ө</a:t>
            </a:r>
            <a:endParaRPr sz="12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81" name="Google Shape;281;p33"/>
          <p:cNvSpPr txBox="1"/>
          <p:nvPr/>
        </p:nvSpPr>
        <p:spPr>
          <a:xfrm>
            <a:off x="448211" y="1103916"/>
            <a:ext cx="1160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sin</a:t>
            </a:r>
            <a:r>
              <a:rPr lang="es"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Ө	    cosӨ</a:t>
            </a:r>
            <a:endParaRPr sz="12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82" name="Google Shape;282;p33"/>
          <p:cNvSpPr txBox="1"/>
          <p:nvPr/>
        </p:nvSpPr>
        <p:spPr>
          <a:xfrm>
            <a:off x="2126425" y="627553"/>
            <a:ext cx="1448700" cy="20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perpendicular =</a:t>
            </a:r>
            <a:endParaRPr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83" name="Google Shape;283;p33"/>
          <p:cNvSpPr txBox="1"/>
          <p:nvPr/>
        </p:nvSpPr>
        <p:spPr>
          <a:xfrm>
            <a:off x="2126425" y="932353"/>
            <a:ext cx="1448700" cy="20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unit </a:t>
            </a:r>
            <a:r>
              <a:rPr lang="es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vectors</a:t>
            </a:r>
            <a:r>
              <a:rPr lang="es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    =</a:t>
            </a:r>
            <a:endParaRPr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84" name="Google Shape;284;p33"/>
          <p:cNvSpPr txBox="1"/>
          <p:nvPr/>
        </p:nvSpPr>
        <p:spPr>
          <a:xfrm>
            <a:off x="2126425" y="1237153"/>
            <a:ext cx="1448700" cy="20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square matrix =</a:t>
            </a:r>
            <a:endParaRPr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85" name="Google Shape;285;p33"/>
          <p:cNvSpPr txBox="1"/>
          <p:nvPr/>
        </p:nvSpPr>
        <p:spPr>
          <a:xfrm>
            <a:off x="3143954" y="655280"/>
            <a:ext cx="1448700" cy="20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86" name="Google Shape;286;p33"/>
          <p:cNvSpPr txBox="1"/>
          <p:nvPr/>
        </p:nvSpPr>
        <p:spPr>
          <a:xfrm>
            <a:off x="3692954" y="979828"/>
            <a:ext cx="350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CDCDCD"/>
                </a:solidFill>
                <a:highlight>
                  <a:srgbClr val="101218"/>
                </a:highlight>
              </a:rPr>
              <a:t>✅</a:t>
            </a:r>
            <a:endParaRPr/>
          </a:p>
        </p:txBody>
      </p:sp>
      <p:sp>
        <p:nvSpPr>
          <p:cNvPr id="287" name="Google Shape;287;p33"/>
          <p:cNvSpPr txBox="1"/>
          <p:nvPr/>
        </p:nvSpPr>
        <p:spPr>
          <a:xfrm>
            <a:off x="3692954" y="1284628"/>
            <a:ext cx="350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CDCDCD"/>
                </a:solidFill>
                <a:highlight>
                  <a:srgbClr val="101218"/>
                </a:highlight>
              </a:rPr>
              <a:t>✅</a:t>
            </a:r>
            <a:endParaRPr/>
          </a:p>
        </p:txBody>
      </p:sp>
      <p:sp>
        <p:nvSpPr>
          <p:cNvPr id="288" name="Google Shape;288;p33"/>
          <p:cNvSpPr txBox="1"/>
          <p:nvPr/>
        </p:nvSpPr>
        <p:spPr>
          <a:xfrm>
            <a:off x="3692954" y="675028"/>
            <a:ext cx="350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CDCDCD"/>
                </a:solidFill>
                <a:highlight>
                  <a:srgbClr val="101218"/>
                </a:highlight>
              </a:rPr>
              <a:t>✅</a:t>
            </a:r>
            <a:endParaRPr/>
          </a:p>
        </p:txBody>
      </p:sp>
      <p:sp>
        <p:nvSpPr>
          <p:cNvPr id="289" name="Google Shape;289;p33"/>
          <p:cNvSpPr txBox="1"/>
          <p:nvPr/>
        </p:nvSpPr>
        <p:spPr>
          <a:xfrm>
            <a:off x="1516825" y="1846750"/>
            <a:ext cx="1804500" cy="20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Orthogonal Vector</a:t>
            </a:r>
            <a:endParaRPr b="1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90" name="Google Shape;290;p33"/>
          <p:cNvSpPr/>
          <p:nvPr/>
        </p:nvSpPr>
        <p:spPr>
          <a:xfrm>
            <a:off x="4896561" y="798970"/>
            <a:ext cx="86700" cy="653400"/>
          </a:xfrm>
          <a:prstGeom prst="leftBracket">
            <a:avLst>
              <a:gd fmla="val 8333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91" name="Google Shape;291;p33"/>
          <p:cNvSpPr/>
          <p:nvPr/>
        </p:nvSpPr>
        <p:spPr>
          <a:xfrm flipH="1">
            <a:off x="5874504" y="798966"/>
            <a:ext cx="127500" cy="653400"/>
          </a:xfrm>
          <a:prstGeom prst="leftBracket">
            <a:avLst>
              <a:gd fmla="val 8333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92" name="Google Shape;292;p33"/>
          <p:cNvSpPr txBox="1"/>
          <p:nvPr/>
        </p:nvSpPr>
        <p:spPr>
          <a:xfrm>
            <a:off x="4867811" y="799116"/>
            <a:ext cx="1224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 1</a:t>
            </a:r>
            <a:r>
              <a:rPr lang="es"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	       1</a:t>
            </a:r>
            <a:endParaRPr sz="12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93" name="Google Shape;293;p33"/>
          <p:cNvSpPr txBox="1"/>
          <p:nvPr/>
        </p:nvSpPr>
        <p:spPr>
          <a:xfrm>
            <a:off x="4867811" y="1103916"/>
            <a:ext cx="1160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 1             –1</a:t>
            </a:r>
            <a:endParaRPr sz="12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94" name="Google Shape;294;p33"/>
          <p:cNvSpPr txBox="1"/>
          <p:nvPr/>
        </p:nvSpPr>
        <p:spPr>
          <a:xfrm>
            <a:off x="6546025" y="627553"/>
            <a:ext cx="1448700" cy="20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perpendicular =</a:t>
            </a:r>
            <a:endParaRPr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95" name="Google Shape;295;p33"/>
          <p:cNvSpPr txBox="1"/>
          <p:nvPr/>
        </p:nvSpPr>
        <p:spPr>
          <a:xfrm>
            <a:off x="6546025" y="932353"/>
            <a:ext cx="1448700" cy="20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unit vectors     =</a:t>
            </a:r>
            <a:endParaRPr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96" name="Google Shape;296;p33"/>
          <p:cNvSpPr txBox="1"/>
          <p:nvPr/>
        </p:nvSpPr>
        <p:spPr>
          <a:xfrm>
            <a:off x="6546025" y="1237153"/>
            <a:ext cx="1448700" cy="20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square matrix =</a:t>
            </a:r>
            <a:endParaRPr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97" name="Google Shape;297;p33"/>
          <p:cNvSpPr txBox="1"/>
          <p:nvPr/>
        </p:nvSpPr>
        <p:spPr>
          <a:xfrm>
            <a:off x="7563554" y="655280"/>
            <a:ext cx="1448700" cy="20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98" name="Google Shape;298;p33"/>
          <p:cNvSpPr txBox="1"/>
          <p:nvPr/>
        </p:nvSpPr>
        <p:spPr>
          <a:xfrm>
            <a:off x="8112554" y="979828"/>
            <a:ext cx="350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ECECEC"/>
                </a:solidFill>
                <a:highlight>
                  <a:srgbClr val="101218"/>
                </a:highlight>
              </a:rPr>
              <a:t>❌</a:t>
            </a:r>
            <a:endParaRPr/>
          </a:p>
        </p:txBody>
      </p:sp>
      <p:sp>
        <p:nvSpPr>
          <p:cNvPr id="299" name="Google Shape;299;p33"/>
          <p:cNvSpPr txBox="1"/>
          <p:nvPr/>
        </p:nvSpPr>
        <p:spPr>
          <a:xfrm>
            <a:off x="8112554" y="1284628"/>
            <a:ext cx="350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CDCDCD"/>
                </a:solidFill>
                <a:highlight>
                  <a:srgbClr val="101218"/>
                </a:highlight>
              </a:rPr>
              <a:t>✅</a:t>
            </a:r>
            <a:endParaRPr/>
          </a:p>
        </p:txBody>
      </p:sp>
      <p:sp>
        <p:nvSpPr>
          <p:cNvPr id="300" name="Google Shape;300;p33"/>
          <p:cNvSpPr txBox="1"/>
          <p:nvPr/>
        </p:nvSpPr>
        <p:spPr>
          <a:xfrm>
            <a:off x="8112554" y="675028"/>
            <a:ext cx="350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CDCDCD"/>
                </a:solidFill>
                <a:highlight>
                  <a:srgbClr val="101218"/>
                </a:highlight>
              </a:rPr>
              <a:t>✅</a:t>
            </a:r>
            <a:endParaRPr/>
          </a:p>
        </p:txBody>
      </p:sp>
      <p:sp>
        <p:nvSpPr>
          <p:cNvPr id="301" name="Google Shape;301;p33"/>
          <p:cNvSpPr txBox="1"/>
          <p:nvPr/>
        </p:nvSpPr>
        <p:spPr>
          <a:xfrm>
            <a:off x="5936425" y="1846750"/>
            <a:ext cx="1804500" cy="20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NOT </a:t>
            </a:r>
            <a:r>
              <a:rPr lang="es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Orthogonal </a:t>
            </a:r>
            <a:endParaRPr b="1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02" name="Google Shape;302;p33"/>
          <p:cNvSpPr txBox="1"/>
          <p:nvPr/>
        </p:nvSpPr>
        <p:spPr>
          <a:xfrm>
            <a:off x="8583275" y="2879650"/>
            <a:ext cx="914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303" name="Google Shape;303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36350" y="1062175"/>
            <a:ext cx="504193" cy="204600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33"/>
          <p:cNvSpPr/>
          <p:nvPr/>
        </p:nvSpPr>
        <p:spPr>
          <a:xfrm>
            <a:off x="629361" y="3164945"/>
            <a:ext cx="86700" cy="653400"/>
          </a:xfrm>
          <a:prstGeom prst="leftBracket">
            <a:avLst>
              <a:gd fmla="val 8333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05" name="Google Shape;305;p33"/>
          <p:cNvSpPr/>
          <p:nvPr/>
        </p:nvSpPr>
        <p:spPr>
          <a:xfrm flipH="1">
            <a:off x="1607304" y="3164941"/>
            <a:ext cx="127500" cy="653400"/>
          </a:xfrm>
          <a:prstGeom prst="leftBracket">
            <a:avLst>
              <a:gd fmla="val 8333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06" name="Google Shape;306;p33"/>
          <p:cNvSpPr txBox="1"/>
          <p:nvPr/>
        </p:nvSpPr>
        <p:spPr>
          <a:xfrm>
            <a:off x="600611" y="3165091"/>
            <a:ext cx="1224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 1	       1</a:t>
            </a:r>
            <a:endParaRPr sz="12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07" name="Google Shape;307;p33"/>
          <p:cNvSpPr txBox="1"/>
          <p:nvPr/>
        </p:nvSpPr>
        <p:spPr>
          <a:xfrm>
            <a:off x="600611" y="3469891"/>
            <a:ext cx="1160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 1             –1</a:t>
            </a:r>
            <a:endParaRPr sz="12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308" name="Google Shape;308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6263" y="3267800"/>
            <a:ext cx="314325" cy="447675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33"/>
          <p:cNvSpPr txBox="1"/>
          <p:nvPr/>
        </p:nvSpPr>
        <p:spPr>
          <a:xfrm>
            <a:off x="2126425" y="2989753"/>
            <a:ext cx="1448700" cy="20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perpendicular =</a:t>
            </a:r>
            <a:endParaRPr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10" name="Google Shape;310;p33"/>
          <p:cNvSpPr txBox="1"/>
          <p:nvPr/>
        </p:nvSpPr>
        <p:spPr>
          <a:xfrm>
            <a:off x="2126425" y="3294553"/>
            <a:ext cx="1448700" cy="20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unit vectors     =</a:t>
            </a:r>
            <a:endParaRPr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11" name="Google Shape;311;p33"/>
          <p:cNvSpPr txBox="1"/>
          <p:nvPr/>
        </p:nvSpPr>
        <p:spPr>
          <a:xfrm>
            <a:off x="2126425" y="3599353"/>
            <a:ext cx="1448700" cy="20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square matrix =</a:t>
            </a:r>
            <a:endParaRPr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12" name="Google Shape;312;p33"/>
          <p:cNvSpPr txBox="1"/>
          <p:nvPr/>
        </p:nvSpPr>
        <p:spPr>
          <a:xfrm>
            <a:off x="3692954" y="3342028"/>
            <a:ext cx="350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CDCDCD"/>
                </a:solidFill>
                <a:highlight>
                  <a:srgbClr val="101218"/>
                </a:highlight>
              </a:rPr>
              <a:t>✅</a:t>
            </a:r>
            <a:endParaRPr/>
          </a:p>
        </p:txBody>
      </p:sp>
      <p:sp>
        <p:nvSpPr>
          <p:cNvPr id="313" name="Google Shape;313;p33"/>
          <p:cNvSpPr txBox="1"/>
          <p:nvPr/>
        </p:nvSpPr>
        <p:spPr>
          <a:xfrm>
            <a:off x="3692954" y="3646828"/>
            <a:ext cx="350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CDCDCD"/>
                </a:solidFill>
                <a:highlight>
                  <a:srgbClr val="101218"/>
                </a:highlight>
              </a:rPr>
              <a:t>✅</a:t>
            </a:r>
            <a:endParaRPr/>
          </a:p>
        </p:txBody>
      </p:sp>
      <p:sp>
        <p:nvSpPr>
          <p:cNvPr id="314" name="Google Shape;314;p33"/>
          <p:cNvSpPr txBox="1"/>
          <p:nvPr/>
        </p:nvSpPr>
        <p:spPr>
          <a:xfrm>
            <a:off x="1516825" y="4361350"/>
            <a:ext cx="1804500" cy="20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Orthogonal Vector</a:t>
            </a:r>
            <a:endParaRPr b="1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15" name="Google Shape;315;p33"/>
          <p:cNvSpPr txBox="1"/>
          <p:nvPr/>
        </p:nvSpPr>
        <p:spPr>
          <a:xfrm>
            <a:off x="3692954" y="3037228"/>
            <a:ext cx="350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CDCDCD"/>
                </a:solidFill>
                <a:highlight>
                  <a:srgbClr val="101218"/>
                </a:highlight>
              </a:rPr>
              <a:t>✅</a:t>
            </a:r>
            <a:endParaRPr/>
          </a:p>
        </p:txBody>
      </p:sp>
      <p:sp>
        <p:nvSpPr>
          <p:cNvPr id="316" name="Google Shape;316;p33"/>
          <p:cNvSpPr txBox="1"/>
          <p:nvPr/>
        </p:nvSpPr>
        <p:spPr>
          <a:xfrm>
            <a:off x="4883958" y="3025083"/>
            <a:ext cx="14958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 1      1     1      1</a:t>
            </a:r>
            <a:endParaRPr sz="12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 1    –1     1    –1</a:t>
            </a:r>
            <a:endParaRPr sz="12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 1      1   –1    –1</a:t>
            </a:r>
            <a:endParaRPr sz="12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 1    –1   –1      1</a:t>
            </a:r>
            <a:endParaRPr sz="12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317" name="Google Shape;317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14875" y="3286125"/>
            <a:ext cx="171450" cy="400050"/>
          </a:xfrm>
          <a:prstGeom prst="rect">
            <a:avLst/>
          </a:prstGeom>
          <a:noFill/>
          <a:ln>
            <a:noFill/>
          </a:ln>
        </p:spPr>
      </p:pic>
      <p:sp>
        <p:nvSpPr>
          <p:cNvPr id="318" name="Google Shape;318;p33"/>
          <p:cNvSpPr/>
          <p:nvPr/>
        </p:nvSpPr>
        <p:spPr>
          <a:xfrm>
            <a:off x="4972750" y="3008781"/>
            <a:ext cx="96000" cy="926400"/>
          </a:xfrm>
          <a:prstGeom prst="leftBracket">
            <a:avLst>
              <a:gd fmla="val 8333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19" name="Google Shape;319;p33"/>
          <p:cNvSpPr/>
          <p:nvPr/>
        </p:nvSpPr>
        <p:spPr>
          <a:xfrm flipH="1">
            <a:off x="6056350" y="3008775"/>
            <a:ext cx="141300" cy="926400"/>
          </a:xfrm>
          <a:prstGeom prst="leftBracket">
            <a:avLst>
              <a:gd fmla="val 8333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20" name="Google Shape;320;p33"/>
          <p:cNvSpPr txBox="1"/>
          <p:nvPr/>
        </p:nvSpPr>
        <p:spPr>
          <a:xfrm>
            <a:off x="6698425" y="2989753"/>
            <a:ext cx="1448700" cy="20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perpendicular =</a:t>
            </a:r>
            <a:endParaRPr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21" name="Google Shape;321;p33"/>
          <p:cNvSpPr txBox="1"/>
          <p:nvPr/>
        </p:nvSpPr>
        <p:spPr>
          <a:xfrm>
            <a:off x="6698425" y="3294553"/>
            <a:ext cx="1448700" cy="20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unit vectors     =</a:t>
            </a:r>
            <a:endParaRPr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22" name="Google Shape;322;p33"/>
          <p:cNvSpPr txBox="1"/>
          <p:nvPr/>
        </p:nvSpPr>
        <p:spPr>
          <a:xfrm>
            <a:off x="6698425" y="3599353"/>
            <a:ext cx="1448700" cy="20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square matrix =</a:t>
            </a:r>
            <a:endParaRPr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23" name="Google Shape;323;p33"/>
          <p:cNvSpPr txBox="1"/>
          <p:nvPr/>
        </p:nvSpPr>
        <p:spPr>
          <a:xfrm>
            <a:off x="8264954" y="3342028"/>
            <a:ext cx="350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CDCDCD"/>
                </a:solidFill>
                <a:highlight>
                  <a:srgbClr val="101218"/>
                </a:highlight>
              </a:rPr>
              <a:t>✅</a:t>
            </a:r>
            <a:endParaRPr/>
          </a:p>
        </p:txBody>
      </p:sp>
      <p:sp>
        <p:nvSpPr>
          <p:cNvPr id="324" name="Google Shape;324;p33"/>
          <p:cNvSpPr txBox="1"/>
          <p:nvPr/>
        </p:nvSpPr>
        <p:spPr>
          <a:xfrm>
            <a:off x="8264954" y="3646828"/>
            <a:ext cx="350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CDCDCD"/>
                </a:solidFill>
                <a:highlight>
                  <a:srgbClr val="101218"/>
                </a:highlight>
              </a:rPr>
              <a:t>✅</a:t>
            </a:r>
            <a:endParaRPr/>
          </a:p>
        </p:txBody>
      </p:sp>
      <p:sp>
        <p:nvSpPr>
          <p:cNvPr id="325" name="Google Shape;325;p33"/>
          <p:cNvSpPr txBox="1"/>
          <p:nvPr/>
        </p:nvSpPr>
        <p:spPr>
          <a:xfrm>
            <a:off x="6088825" y="4361350"/>
            <a:ext cx="1804500" cy="20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Orthogonal Vector</a:t>
            </a:r>
            <a:endParaRPr b="1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26" name="Google Shape;326;p33"/>
          <p:cNvSpPr txBox="1"/>
          <p:nvPr/>
        </p:nvSpPr>
        <p:spPr>
          <a:xfrm>
            <a:off x="8264954" y="3037228"/>
            <a:ext cx="350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CDCDCD"/>
                </a:solidFill>
                <a:highlight>
                  <a:srgbClr val="101218"/>
                </a:highlight>
              </a:rPr>
              <a:t>✅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34"/>
          <p:cNvSpPr/>
          <p:nvPr/>
        </p:nvSpPr>
        <p:spPr>
          <a:xfrm>
            <a:off x="2686761" y="1789570"/>
            <a:ext cx="86700" cy="653400"/>
          </a:xfrm>
          <a:prstGeom prst="leftBracket">
            <a:avLst>
              <a:gd fmla="val 8333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32" name="Google Shape;332;p34"/>
          <p:cNvSpPr/>
          <p:nvPr/>
        </p:nvSpPr>
        <p:spPr>
          <a:xfrm flipH="1">
            <a:off x="3512304" y="1789566"/>
            <a:ext cx="127500" cy="653400"/>
          </a:xfrm>
          <a:prstGeom prst="leftBracket">
            <a:avLst>
              <a:gd fmla="val 8333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33" name="Google Shape;333;p34"/>
          <p:cNvSpPr txBox="1"/>
          <p:nvPr/>
        </p:nvSpPr>
        <p:spPr>
          <a:xfrm>
            <a:off x="2815789" y="1740454"/>
            <a:ext cx="8157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1 	2</a:t>
            </a:r>
            <a:endParaRPr sz="12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2	1</a:t>
            </a:r>
            <a:endParaRPr sz="12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–2 	2</a:t>
            </a:r>
            <a:endParaRPr sz="12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34" name="Google Shape;334;p34"/>
          <p:cNvSpPr txBox="1"/>
          <p:nvPr/>
        </p:nvSpPr>
        <p:spPr>
          <a:xfrm>
            <a:off x="4031425" y="1618153"/>
            <a:ext cx="1448700" cy="20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perpendicular =</a:t>
            </a:r>
            <a:endParaRPr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35" name="Google Shape;335;p34"/>
          <p:cNvSpPr txBox="1"/>
          <p:nvPr/>
        </p:nvSpPr>
        <p:spPr>
          <a:xfrm>
            <a:off x="4031425" y="1922953"/>
            <a:ext cx="1448700" cy="20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unit vectors     =</a:t>
            </a:r>
            <a:endParaRPr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36" name="Google Shape;336;p34"/>
          <p:cNvSpPr txBox="1"/>
          <p:nvPr/>
        </p:nvSpPr>
        <p:spPr>
          <a:xfrm>
            <a:off x="4031425" y="2227753"/>
            <a:ext cx="1448700" cy="20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square matrix =</a:t>
            </a:r>
            <a:endParaRPr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37" name="Google Shape;337;p34"/>
          <p:cNvSpPr txBox="1"/>
          <p:nvPr/>
        </p:nvSpPr>
        <p:spPr>
          <a:xfrm>
            <a:off x="5048954" y="1645880"/>
            <a:ext cx="1448700" cy="20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38" name="Google Shape;338;p34"/>
          <p:cNvSpPr txBox="1"/>
          <p:nvPr/>
        </p:nvSpPr>
        <p:spPr>
          <a:xfrm>
            <a:off x="5597954" y="1970428"/>
            <a:ext cx="350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CDCDCD"/>
                </a:solidFill>
                <a:highlight>
                  <a:srgbClr val="101218"/>
                </a:highlight>
              </a:rPr>
              <a:t>✅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CDCDCD"/>
              </a:solidFill>
              <a:highlight>
                <a:srgbClr val="101218"/>
              </a:highlight>
            </a:endParaRPr>
          </a:p>
        </p:txBody>
      </p:sp>
      <p:sp>
        <p:nvSpPr>
          <p:cNvPr id="339" name="Google Shape;339;p34"/>
          <p:cNvSpPr txBox="1"/>
          <p:nvPr/>
        </p:nvSpPr>
        <p:spPr>
          <a:xfrm>
            <a:off x="5597954" y="2275228"/>
            <a:ext cx="3507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ECECEC"/>
                </a:solidFill>
                <a:highlight>
                  <a:srgbClr val="101218"/>
                </a:highlight>
              </a:rPr>
              <a:t>❌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34"/>
          <p:cNvSpPr txBox="1"/>
          <p:nvPr/>
        </p:nvSpPr>
        <p:spPr>
          <a:xfrm>
            <a:off x="5597954" y="1665628"/>
            <a:ext cx="350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CDCDCD"/>
                </a:solidFill>
                <a:highlight>
                  <a:srgbClr val="101218"/>
                </a:highlight>
              </a:rPr>
              <a:t>✅</a:t>
            </a:r>
            <a:endParaRPr/>
          </a:p>
        </p:txBody>
      </p:sp>
      <p:sp>
        <p:nvSpPr>
          <p:cNvPr id="341" name="Google Shape;341;p34"/>
          <p:cNvSpPr txBox="1"/>
          <p:nvPr/>
        </p:nvSpPr>
        <p:spPr>
          <a:xfrm>
            <a:off x="3421825" y="2837350"/>
            <a:ext cx="2150700" cy="20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Ortho-normal Vector</a:t>
            </a:r>
            <a:endParaRPr b="1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342" name="Google Shape;342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30625" y="1916250"/>
            <a:ext cx="171450" cy="400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35"/>
          <p:cNvSpPr txBox="1"/>
          <p:nvPr>
            <p:ph idx="8" type="title"/>
          </p:nvPr>
        </p:nvSpPr>
        <p:spPr>
          <a:xfrm>
            <a:off x="720000" y="365925"/>
            <a:ext cx="7878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Orthogonal Matrices</a:t>
            </a:r>
            <a:endParaRPr sz="2300"/>
          </a:p>
        </p:txBody>
      </p:sp>
      <p:cxnSp>
        <p:nvCxnSpPr>
          <p:cNvPr id="348" name="Google Shape;348;p35"/>
          <p:cNvCxnSpPr/>
          <p:nvPr/>
        </p:nvCxnSpPr>
        <p:spPr>
          <a:xfrm>
            <a:off x="802850" y="1121926"/>
            <a:ext cx="75255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49" name="Google Shape;349;p35"/>
          <p:cNvSpPr txBox="1"/>
          <p:nvPr/>
        </p:nvSpPr>
        <p:spPr>
          <a:xfrm>
            <a:off x="762000" y="1295400"/>
            <a:ext cx="6984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What is the projection of a vector b on orthogonal matrix Q?</a:t>
            </a:r>
            <a:endParaRPr sz="16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50" name="Google Shape;350;p35"/>
          <p:cNvSpPr txBox="1"/>
          <p:nvPr/>
        </p:nvSpPr>
        <p:spPr>
          <a:xfrm>
            <a:off x="762000" y="1676400"/>
            <a:ext cx="6984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Itself</a:t>
            </a:r>
            <a:endParaRPr b="1" sz="16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36"/>
          <p:cNvSpPr txBox="1"/>
          <p:nvPr>
            <p:ph idx="8" type="title"/>
          </p:nvPr>
        </p:nvSpPr>
        <p:spPr>
          <a:xfrm>
            <a:off x="720000" y="365925"/>
            <a:ext cx="7878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Gram–Schmidt</a:t>
            </a:r>
            <a:endParaRPr sz="2300"/>
          </a:p>
        </p:txBody>
      </p:sp>
      <p:cxnSp>
        <p:nvCxnSpPr>
          <p:cNvPr id="356" name="Google Shape;356;p36"/>
          <p:cNvCxnSpPr/>
          <p:nvPr/>
        </p:nvCxnSpPr>
        <p:spPr>
          <a:xfrm>
            <a:off x="802850" y="1121926"/>
            <a:ext cx="75255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57" name="Google Shape;357;p36"/>
          <p:cNvSpPr txBox="1"/>
          <p:nvPr/>
        </p:nvSpPr>
        <p:spPr>
          <a:xfrm>
            <a:off x="762000" y="1295400"/>
            <a:ext cx="69849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Transform a set of </a:t>
            </a:r>
            <a:r>
              <a:rPr b="1" lang="es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linearly independent vectors </a:t>
            </a:r>
            <a:r>
              <a:rPr lang="es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into a set of </a:t>
            </a:r>
            <a:r>
              <a:rPr b="1" lang="es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orthonormal vectors </a:t>
            </a:r>
            <a:r>
              <a:rPr lang="es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that span the same space spanned by the original set.</a:t>
            </a:r>
            <a:endParaRPr sz="16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58" name="Google Shape;358;p36"/>
          <p:cNvSpPr txBox="1"/>
          <p:nvPr/>
        </p:nvSpPr>
        <p:spPr>
          <a:xfrm>
            <a:off x="746050" y="2154350"/>
            <a:ext cx="5515200" cy="40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900" u="sng">
                <a:solidFill>
                  <a:srgbClr val="4A86E8"/>
                </a:solidFill>
                <a:latin typeface="Nunito"/>
                <a:ea typeface="Nunito"/>
                <a:cs typeface="Nunito"/>
                <a:sym typeface="Nunito"/>
              </a:rPr>
              <a:t>Process</a:t>
            </a:r>
            <a:endParaRPr b="1" sz="1900" u="sng">
              <a:solidFill>
                <a:srgbClr val="4A86E8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59" name="Google Shape;359;p36"/>
          <p:cNvSpPr txBox="1"/>
          <p:nvPr/>
        </p:nvSpPr>
        <p:spPr>
          <a:xfrm>
            <a:off x="838200" y="2590800"/>
            <a:ext cx="6984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unito"/>
              <a:buAutoNum type="arabicPeriod"/>
            </a:pPr>
            <a:r>
              <a:rPr lang="es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Construct orthogonal vectors from the given vectors. (a,b,c.. → A,B,C…)</a:t>
            </a:r>
            <a:endParaRPr sz="16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60" name="Google Shape;360;p36"/>
          <p:cNvSpPr txBox="1"/>
          <p:nvPr/>
        </p:nvSpPr>
        <p:spPr>
          <a:xfrm>
            <a:off x="838200" y="3048000"/>
            <a:ext cx="6984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2.      Normalize the obtained orthogonal vectors.</a:t>
            </a:r>
            <a:endParaRPr sz="16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361" name="Google Shape;361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95125" y="3024263"/>
            <a:ext cx="2514600" cy="447675"/>
          </a:xfrm>
          <a:prstGeom prst="rect">
            <a:avLst/>
          </a:prstGeom>
          <a:noFill/>
          <a:ln>
            <a:noFill/>
          </a:ln>
        </p:spPr>
      </p:pic>
      <p:sp>
        <p:nvSpPr>
          <p:cNvPr id="362" name="Google Shape;362;p36"/>
          <p:cNvSpPr txBox="1"/>
          <p:nvPr/>
        </p:nvSpPr>
        <p:spPr>
          <a:xfrm>
            <a:off x="838200" y="3657600"/>
            <a:ext cx="6984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3.      Arrange as Q =  </a:t>
            </a:r>
            <a:endParaRPr sz="16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63" name="Google Shape;363;p36"/>
          <p:cNvSpPr/>
          <p:nvPr/>
        </p:nvSpPr>
        <p:spPr>
          <a:xfrm>
            <a:off x="2679375" y="3445631"/>
            <a:ext cx="150900" cy="906000"/>
          </a:xfrm>
          <a:prstGeom prst="leftBracket">
            <a:avLst>
              <a:gd fmla="val 8333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64" name="Google Shape;364;p36"/>
          <p:cNvSpPr txBox="1"/>
          <p:nvPr/>
        </p:nvSpPr>
        <p:spPr>
          <a:xfrm>
            <a:off x="2753976" y="3762058"/>
            <a:ext cx="3711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q</a:t>
            </a:r>
            <a:r>
              <a:rPr b="1" baseline="-25000" lang="es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1    </a:t>
            </a:r>
            <a:r>
              <a:rPr b="1" lang="es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q</a:t>
            </a:r>
            <a:r>
              <a:rPr b="1" baseline="-25000" lang="es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2    </a:t>
            </a:r>
            <a:r>
              <a:rPr b="1" lang="es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q</a:t>
            </a:r>
            <a:r>
              <a:rPr b="1" baseline="-25000" lang="es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3      . . . . . . . . . . . . . .   </a:t>
            </a:r>
            <a:r>
              <a:rPr b="1" lang="es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q</a:t>
            </a:r>
            <a:r>
              <a:rPr b="1" baseline="-25000" lang="es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n                                  </a:t>
            </a:r>
            <a:endParaRPr b="1" baseline="-25000" sz="16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grpSp>
        <p:nvGrpSpPr>
          <p:cNvPr id="365" name="Google Shape;365;p36"/>
          <p:cNvGrpSpPr/>
          <p:nvPr/>
        </p:nvGrpSpPr>
        <p:grpSpPr>
          <a:xfrm>
            <a:off x="2915356" y="3447487"/>
            <a:ext cx="5386" cy="913173"/>
            <a:chOff x="3524954" y="2097175"/>
            <a:chExt cx="5386" cy="1553545"/>
          </a:xfrm>
        </p:grpSpPr>
        <p:cxnSp>
          <p:nvCxnSpPr>
            <p:cNvPr id="366" name="Google Shape;366;p36"/>
            <p:cNvCxnSpPr/>
            <p:nvPr/>
          </p:nvCxnSpPr>
          <p:spPr>
            <a:xfrm rot="10800000">
              <a:off x="3524954" y="2097175"/>
              <a:ext cx="0" cy="6141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367" name="Google Shape;367;p36"/>
            <p:cNvCxnSpPr/>
            <p:nvPr/>
          </p:nvCxnSpPr>
          <p:spPr>
            <a:xfrm>
              <a:off x="3530340" y="2999120"/>
              <a:ext cx="0" cy="6516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grpSp>
        <p:nvGrpSpPr>
          <p:cNvPr id="368" name="Google Shape;368;p36"/>
          <p:cNvGrpSpPr/>
          <p:nvPr/>
        </p:nvGrpSpPr>
        <p:grpSpPr>
          <a:xfrm>
            <a:off x="3203998" y="3447487"/>
            <a:ext cx="5386" cy="913173"/>
            <a:chOff x="3753554" y="2097175"/>
            <a:chExt cx="5386" cy="1553545"/>
          </a:xfrm>
        </p:grpSpPr>
        <p:cxnSp>
          <p:nvCxnSpPr>
            <p:cNvPr id="369" name="Google Shape;369;p36"/>
            <p:cNvCxnSpPr/>
            <p:nvPr/>
          </p:nvCxnSpPr>
          <p:spPr>
            <a:xfrm rot="10800000">
              <a:off x="3753554" y="2097175"/>
              <a:ext cx="0" cy="6141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370" name="Google Shape;370;p36"/>
            <p:cNvCxnSpPr/>
            <p:nvPr/>
          </p:nvCxnSpPr>
          <p:spPr>
            <a:xfrm>
              <a:off x="3758940" y="2999120"/>
              <a:ext cx="0" cy="6516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grpSp>
        <p:nvGrpSpPr>
          <p:cNvPr id="371" name="Google Shape;371;p36"/>
          <p:cNvGrpSpPr/>
          <p:nvPr/>
        </p:nvGrpSpPr>
        <p:grpSpPr>
          <a:xfrm>
            <a:off x="3508798" y="3447487"/>
            <a:ext cx="5386" cy="913173"/>
            <a:chOff x="3753554" y="2097175"/>
            <a:chExt cx="5386" cy="1553545"/>
          </a:xfrm>
        </p:grpSpPr>
        <p:cxnSp>
          <p:nvCxnSpPr>
            <p:cNvPr id="372" name="Google Shape;372;p36"/>
            <p:cNvCxnSpPr/>
            <p:nvPr/>
          </p:nvCxnSpPr>
          <p:spPr>
            <a:xfrm rot="10800000">
              <a:off x="3753554" y="2097175"/>
              <a:ext cx="0" cy="6141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373" name="Google Shape;373;p36"/>
            <p:cNvCxnSpPr/>
            <p:nvPr/>
          </p:nvCxnSpPr>
          <p:spPr>
            <a:xfrm>
              <a:off x="3758940" y="2999120"/>
              <a:ext cx="0" cy="6516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grpSp>
        <p:nvGrpSpPr>
          <p:cNvPr id="374" name="Google Shape;374;p36"/>
          <p:cNvGrpSpPr/>
          <p:nvPr/>
        </p:nvGrpSpPr>
        <p:grpSpPr>
          <a:xfrm>
            <a:off x="4661372" y="3447487"/>
            <a:ext cx="5386" cy="913173"/>
            <a:chOff x="3753554" y="2097175"/>
            <a:chExt cx="5386" cy="1553545"/>
          </a:xfrm>
        </p:grpSpPr>
        <p:cxnSp>
          <p:nvCxnSpPr>
            <p:cNvPr id="375" name="Google Shape;375;p36"/>
            <p:cNvCxnSpPr/>
            <p:nvPr/>
          </p:nvCxnSpPr>
          <p:spPr>
            <a:xfrm rot="10800000">
              <a:off x="3753554" y="2097175"/>
              <a:ext cx="0" cy="6141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376" name="Google Shape;376;p36"/>
            <p:cNvCxnSpPr/>
            <p:nvPr/>
          </p:nvCxnSpPr>
          <p:spPr>
            <a:xfrm>
              <a:off x="3758940" y="2999120"/>
              <a:ext cx="0" cy="6516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377" name="Google Shape;377;p36"/>
          <p:cNvSpPr/>
          <p:nvPr/>
        </p:nvSpPr>
        <p:spPr>
          <a:xfrm flipH="1">
            <a:off x="4743074" y="3445625"/>
            <a:ext cx="222300" cy="906000"/>
          </a:xfrm>
          <a:prstGeom prst="leftBracket">
            <a:avLst>
              <a:gd fmla="val 8333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37"/>
          <p:cNvSpPr txBox="1"/>
          <p:nvPr>
            <p:ph idx="8" type="title"/>
          </p:nvPr>
        </p:nvSpPr>
        <p:spPr>
          <a:xfrm>
            <a:off x="720000" y="365925"/>
            <a:ext cx="7878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Gram–Schmidt</a:t>
            </a:r>
            <a:endParaRPr sz="2300"/>
          </a:p>
        </p:txBody>
      </p:sp>
      <p:cxnSp>
        <p:nvCxnSpPr>
          <p:cNvPr id="383" name="Google Shape;383;p37"/>
          <p:cNvCxnSpPr/>
          <p:nvPr/>
        </p:nvCxnSpPr>
        <p:spPr>
          <a:xfrm>
            <a:off x="802850" y="1121926"/>
            <a:ext cx="75255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384" name="Google Shape;384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2850" y="1443525"/>
            <a:ext cx="5619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5" name="Google Shape;385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9075" y="1839175"/>
            <a:ext cx="1438275" cy="542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6" name="Google Shape;386;p3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69075" y="2530100"/>
            <a:ext cx="2343150" cy="542925"/>
          </a:xfrm>
          <a:prstGeom prst="rect">
            <a:avLst/>
          </a:prstGeom>
          <a:noFill/>
          <a:ln>
            <a:noFill/>
          </a:ln>
        </p:spPr>
      </p:pic>
      <p:sp>
        <p:nvSpPr>
          <p:cNvPr id="387" name="Google Shape;387;p37"/>
          <p:cNvSpPr txBox="1"/>
          <p:nvPr/>
        </p:nvSpPr>
        <p:spPr>
          <a:xfrm>
            <a:off x="762000" y="3657600"/>
            <a:ext cx="6984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Then normalize</a:t>
            </a:r>
            <a:endParaRPr sz="16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38"/>
          <p:cNvSpPr txBox="1"/>
          <p:nvPr>
            <p:ph idx="8" type="title"/>
          </p:nvPr>
        </p:nvSpPr>
        <p:spPr>
          <a:xfrm>
            <a:off x="720000" y="442125"/>
            <a:ext cx="3063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References</a:t>
            </a:r>
            <a:endParaRPr/>
          </a:p>
        </p:txBody>
      </p:sp>
      <p:cxnSp>
        <p:nvCxnSpPr>
          <p:cNvPr id="393" name="Google Shape;393;p38"/>
          <p:cNvCxnSpPr/>
          <p:nvPr/>
        </p:nvCxnSpPr>
        <p:spPr>
          <a:xfrm>
            <a:off x="802850" y="1121926"/>
            <a:ext cx="2417100" cy="4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94" name="Google Shape;394;p38"/>
          <p:cNvSpPr txBox="1"/>
          <p:nvPr/>
        </p:nvSpPr>
        <p:spPr>
          <a:xfrm>
            <a:off x="906575" y="1272950"/>
            <a:ext cx="6717000" cy="69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Font typeface="Nunito"/>
              <a:buAutoNum type="arabicPeriod"/>
            </a:pPr>
            <a:r>
              <a:rPr lang="es" sz="2000" u="sng">
                <a:solidFill>
                  <a:schemeClr val="hlink"/>
                </a:solidFill>
                <a:latin typeface="Nunito"/>
                <a:ea typeface="Nunito"/>
                <a:cs typeface="Nunito"/>
                <a:sym typeface="Nunito"/>
                <a:hlinkClick r:id="rId3"/>
              </a:rPr>
              <a:t>Gilbert Strang (L17)</a:t>
            </a:r>
            <a:endParaRPr sz="2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39"/>
          <p:cNvSpPr txBox="1"/>
          <p:nvPr>
            <p:ph type="ctrTitle"/>
          </p:nvPr>
        </p:nvSpPr>
        <p:spPr>
          <a:xfrm>
            <a:off x="2430013" y="2072850"/>
            <a:ext cx="4284000" cy="99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¡THANKS!</a:t>
            </a:r>
            <a:endParaRPr/>
          </a:p>
        </p:txBody>
      </p:sp>
      <p:pic>
        <p:nvPicPr>
          <p:cNvPr id="400" name="Google Shape;400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47938" y="3060450"/>
            <a:ext cx="4048125" cy="1257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inimalist Slides for meeting by Slidesgo">
  <a:themeElements>
    <a:clrScheme name="Simple Light">
      <a:dk1>
        <a:srgbClr val="3F4252"/>
      </a:dk1>
      <a:lt1>
        <a:srgbClr val="F5F5F5"/>
      </a:lt1>
      <a:dk2>
        <a:srgbClr val="FFFFFF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3F4252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